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a04549c5f14062" /><Relationship Type="http://schemas.openxmlformats.org/officeDocument/2006/relationships/extended-properties" Target="/docProps/app.xml" Id="R703c2212e83a4c02" /><Relationship Type="http://schemas.openxmlformats.org/officeDocument/2006/relationships/officeDocument" Target="/ppt/presentation.xml" Id="R018dc08f3ca846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482c7fa464e75"/>
  </p:sldMasterIdLst>
  <p:notesMasterIdLst>
    <p:notesMasterId xmlns:r="http://schemas.openxmlformats.org/officeDocument/2006/relationships" r:id="R204bbe154ca241f0"/>
  </p:notesMasterIdLst>
  <p:sldIdLst>
    <p:sldId xmlns:r="http://schemas.openxmlformats.org/officeDocument/2006/relationships" id="256" r:id="Rf298f389e4c24e03"/>
    <p:sldId xmlns:r="http://schemas.openxmlformats.org/officeDocument/2006/relationships" id="257" r:id="Rb999abf31c63494d"/>
    <p:sldId xmlns:r="http://schemas.openxmlformats.org/officeDocument/2006/relationships" id="258" r:id="Red6db1efafed43e2"/>
    <p:sldId xmlns:r="http://schemas.openxmlformats.org/officeDocument/2006/relationships" id="259" r:id="R3ed1001c0ec84ead"/>
    <p:sldId xmlns:r="http://schemas.openxmlformats.org/officeDocument/2006/relationships" id="260" r:id="Rb2d1a128dbfa4136"/>
    <p:sldId xmlns:r="http://schemas.openxmlformats.org/officeDocument/2006/relationships" id="261" r:id="Rf5e1fce23ac14ff1"/>
    <p:sldId xmlns:r="http://schemas.openxmlformats.org/officeDocument/2006/relationships" id="262" r:id="R795caebfa1714cc8"/>
    <p:sldId xmlns:r="http://schemas.openxmlformats.org/officeDocument/2006/relationships" id="263" r:id="R0c055d28b7ce4142"/>
    <p:sldId xmlns:r="http://schemas.openxmlformats.org/officeDocument/2006/relationships" id="264" r:id="R09b0445a9ba44f23"/>
    <p:sldId xmlns:r="http://schemas.openxmlformats.org/officeDocument/2006/relationships" id="265" r:id="Rf536fccc0d444e79"/>
    <p:sldId xmlns:r="http://schemas.openxmlformats.org/officeDocument/2006/relationships" id="266" r:id="R625555512ed742ef"/>
    <p:sldId xmlns:r="http://schemas.openxmlformats.org/officeDocument/2006/relationships" id="267" r:id="Rcbfc2cb8e55f4293"/>
    <p:sldId xmlns:r="http://schemas.openxmlformats.org/officeDocument/2006/relationships" id="268" r:id="R46239056d3ab47bd"/>
    <p:sldId xmlns:r="http://schemas.openxmlformats.org/officeDocument/2006/relationships" id="269" r:id="R526232a5022f43ae"/>
    <p:sldId xmlns:r="http://schemas.openxmlformats.org/officeDocument/2006/relationships" id="270" r:id="R7906b6563ba34d4c"/>
    <p:sldId xmlns:r="http://schemas.openxmlformats.org/officeDocument/2006/relationships" id="271" r:id="R0f1156fca3af451b"/>
    <p:sldId xmlns:r="http://schemas.openxmlformats.org/officeDocument/2006/relationships" id="272" r:id="Rad68c1159f904ba8"/>
    <p:sldId xmlns:r="http://schemas.openxmlformats.org/officeDocument/2006/relationships" id="273" r:id="Rbf5beb56a1f349e2"/>
    <p:sldId xmlns:r="http://schemas.openxmlformats.org/officeDocument/2006/relationships" id="274" r:id="R098b8b03dcca4f10"/>
    <p:sldId xmlns:r="http://schemas.openxmlformats.org/officeDocument/2006/relationships" id="275" r:id="Rd4dd10b6b9724221"/>
    <p:sldId xmlns:r="http://schemas.openxmlformats.org/officeDocument/2006/relationships" id="276" r:id="R5bf6f8b076ff452e"/>
    <p:sldId xmlns:r="http://schemas.openxmlformats.org/officeDocument/2006/relationships" id="277" r:id="R101e5da764654ee6"/>
    <p:sldId xmlns:r="http://schemas.openxmlformats.org/officeDocument/2006/relationships" id="278" r:id="Rcf242f4bc7e14a66"/>
    <p:sldId xmlns:r="http://schemas.openxmlformats.org/officeDocument/2006/relationships" id="279" r:id="Rb13818a3d3694f84"/>
    <p:sldId xmlns:r="http://schemas.openxmlformats.org/officeDocument/2006/relationships" id="280" r:id="R33984b1f83a74439"/>
    <p:sldId xmlns:r="http://schemas.openxmlformats.org/officeDocument/2006/relationships" id="281" r:id="R6271bbe441364d52"/>
    <p:sldId xmlns:r="http://schemas.openxmlformats.org/officeDocument/2006/relationships" id="282" r:id="Rf11d351f69954c74"/>
    <p:sldId xmlns:r="http://schemas.openxmlformats.org/officeDocument/2006/relationships" id="283" r:id="Rfdb894e0057444be"/>
    <p:sldId xmlns:r="http://schemas.openxmlformats.org/officeDocument/2006/relationships" id="284" r:id="Ra3e33bd2c8ed47ca"/>
    <p:sldId xmlns:r="http://schemas.openxmlformats.org/officeDocument/2006/relationships" id="285" r:id="R1566f84af4fa4713"/>
    <p:sldId xmlns:r="http://schemas.openxmlformats.org/officeDocument/2006/relationships" id="286" r:id="R7a8b8e8622e042bc"/>
    <p:sldId xmlns:r="http://schemas.openxmlformats.org/officeDocument/2006/relationships" id="287" r:id="R2b8f1fd07c4d4cce"/>
    <p:sldId xmlns:r="http://schemas.openxmlformats.org/officeDocument/2006/relationships" id="288" r:id="R5e33e95cf69344ab"/>
    <p:sldId xmlns:r="http://schemas.openxmlformats.org/officeDocument/2006/relationships" id="289" r:id="R553c4fd53ddd41ba"/>
    <p:sldId xmlns:r="http://schemas.openxmlformats.org/officeDocument/2006/relationships" id="290" r:id="R1e7290ebdfa346f1"/>
    <p:sldId xmlns:r="http://schemas.openxmlformats.org/officeDocument/2006/relationships" id="291" r:id="Rffba9f23e1e14278"/>
    <p:sldId xmlns:r="http://schemas.openxmlformats.org/officeDocument/2006/relationships" id="292" r:id="Rd9090064bdf3445b"/>
    <p:sldId xmlns:r="http://schemas.openxmlformats.org/officeDocument/2006/relationships" id="293" r:id="R17d4bd6c5db540f9"/>
    <p:sldId xmlns:r="http://schemas.openxmlformats.org/officeDocument/2006/relationships" id="294" r:id="R4bc1bbaf3b58480e"/>
    <p:sldId xmlns:r="http://schemas.openxmlformats.org/officeDocument/2006/relationships" id="295" r:id="R23a83a37864a4f3f"/>
    <p:sldId xmlns:r="http://schemas.openxmlformats.org/officeDocument/2006/relationships" id="296" r:id="Ra4ad4a122c6e49d9"/>
    <p:sldId xmlns:r="http://schemas.openxmlformats.org/officeDocument/2006/relationships" id="297" r:id="R4efc0aa79501474e"/>
    <p:sldId xmlns:r="http://schemas.openxmlformats.org/officeDocument/2006/relationships" id="298" r:id="R1d110ec16f5143f1"/>
    <p:sldId xmlns:r="http://schemas.openxmlformats.org/officeDocument/2006/relationships" id="299" r:id="R7cec949e49d4420e"/>
    <p:sldId xmlns:r="http://schemas.openxmlformats.org/officeDocument/2006/relationships" id="300" r:id="R2421d21b541a4133"/>
    <p:sldId xmlns:r="http://schemas.openxmlformats.org/officeDocument/2006/relationships" id="301" r:id="Re616bc171c644130"/>
    <p:sldId xmlns:r="http://schemas.openxmlformats.org/officeDocument/2006/relationships" id="302" r:id="R87ab989cf7074291"/>
    <p:sldId xmlns:r="http://schemas.openxmlformats.org/officeDocument/2006/relationships" id="303" r:id="Rd06af45233454c38"/>
    <p:sldId xmlns:r="http://schemas.openxmlformats.org/officeDocument/2006/relationships" id="304" r:id="R0c6435321e474c01"/>
    <p:sldId xmlns:r="http://schemas.openxmlformats.org/officeDocument/2006/relationships" id="305" r:id="R1444538736114c38"/>
    <p:sldId xmlns:r="http://schemas.openxmlformats.org/officeDocument/2006/relationships" id="306" r:id="Rb315009f872a4477"/>
    <p:sldId xmlns:r="http://schemas.openxmlformats.org/officeDocument/2006/relationships" id="307" r:id="R2acb3df083134701"/>
    <p:sldId xmlns:r="http://schemas.openxmlformats.org/officeDocument/2006/relationships" id="308" r:id="Rb04ba2ee286b4cd8"/>
    <p:sldId xmlns:r="http://schemas.openxmlformats.org/officeDocument/2006/relationships" id="309" r:id="Ra5e6e3177bde4de5"/>
    <p:sldId xmlns:r="http://schemas.openxmlformats.org/officeDocument/2006/relationships" id="310" r:id="Rc51568ca03ad40f6"/>
    <p:sldId xmlns:r="http://schemas.openxmlformats.org/officeDocument/2006/relationships" id="311" r:id="Rafe85a1f0b804f7f"/>
    <p:sldId xmlns:r="http://schemas.openxmlformats.org/officeDocument/2006/relationships" id="312" r:id="R5a3f1a4fabdc48ff"/>
    <p:sldId xmlns:r="http://schemas.openxmlformats.org/officeDocument/2006/relationships" id="313" r:id="R5ff514d47b5744dd"/>
    <p:sldId xmlns:r="http://schemas.openxmlformats.org/officeDocument/2006/relationships" id="314" r:id="Rebde354180ce4ab5"/>
    <p:sldId xmlns:r="http://schemas.openxmlformats.org/officeDocument/2006/relationships" id="315" r:id="Rac7f33a2a6604e65"/>
    <p:sldId xmlns:r="http://schemas.openxmlformats.org/officeDocument/2006/relationships" id="316" r:id="R88c71dd4b03048e7"/>
    <p:sldId xmlns:r="http://schemas.openxmlformats.org/officeDocument/2006/relationships" id="317" r:id="Rf95b4e85243347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4d6eec2d5e4d0c" /><Relationship Type="http://schemas.openxmlformats.org/officeDocument/2006/relationships/slideMaster" Target="/ppt/slideMasters/slideMaster1.xml" Id="Ra3d482c7fa464e75" /><Relationship Type="http://schemas.openxmlformats.org/officeDocument/2006/relationships/notesMaster" Target="/ppt/notesMasters/notesMaster1.xml" Id="R204bbe154ca241f0" /><Relationship Type="http://schemas.openxmlformats.org/officeDocument/2006/relationships/presProps" Target="/ppt/presProps.xml" Id="R8d3b73fba72d481f" /><Relationship Type="http://schemas.openxmlformats.org/officeDocument/2006/relationships/tableStyles" Target="/ppt/tableStyles.xml" Id="R06773557fc524ef5" /><Relationship Type="http://schemas.openxmlformats.org/officeDocument/2006/relationships/slide" Target="/ppt/slides/slide1.xml" Id="Rf298f389e4c24e03" /><Relationship Type="http://schemas.openxmlformats.org/officeDocument/2006/relationships/slide" Target="/ppt/slides/slide2.xml" Id="Rb999abf31c63494d" /><Relationship Type="http://schemas.openxmlformats.org/officeDocument/2006/relationships/slide" Target="/ppt/slides/slide3.xml" Id="Red6db1efafed43e2" /><Relationship Type="http://schemas.openxmlformats.org/officeDocument/2006/relationships/slide" Target="/ppt/slides/slide4.xml" Id="R3ed1001c0ec84ead" /><Relationship Type="http://schemas.openxmlformats.org/officeDocument/2006/relationships/slide" Target="/ppt/slides/slide5.xml" Id="Rb2d1a128dbfa4136" /><Relationship Type="http://schemas.openxmlformats.org/officeDocument/2006/relationships/slide" Target="/ppt/slides/slide6.xml" Id="Rf5e1fce23ac14ff1" /><Relationship Type="http://schemas.openxmlformats.org/officeDocument/2006/relationships/slide" Target="/ppt/slides/slide7.xml" Id="R795caebfa1714cc8" /><Relationship Type="http://schemas.openxmlformats.org/officeDocument/2006/relationships/slide" Target="/ppt/slides/slide8.xml" Id="R0c055d28b7ce4142" /><Relationship Type="http://schemas.openxmlformats.org/officeDocument/2006/relationships/slide" Target="/ppt/slides/slide9.xml" Id="R09b0445a9ba44f23" /><Relationship Type="http://schemas.openxmlformats.org/officeDocument/2006/relationships/slide" Target="/ppt/slides/slide10.xml" Id="Rf536fccc0d444e79" /><Relationship Type="http://schemas.openxmlformats.org/officeDocument/2006/relationships/slide" Target="/ppt/slides/slide11.xml" Id="R625555512ed742ef" /><Relationship Type="http://schemas.openxmlformats.org/officeDocument/2006/relationships/slide" Target="/ppt/slides/slide12.xml" Id="Rcbfc2cb8e55f4293" /><Relationship Type="http://schemas.openxmlformats.org/officeDocument/2006/relationships/slide" Target="/ppt/slides/slide13.xml" Id="R46239056d3ab47bd" /><Relationship Type="http://schemas.openxmlformats.org/officeDocument/2006/relationships/slide" Target="/ppt/slides/slide14.xml" Id="R526232a5022f43ae" /><Relationship Type="http://schemas.openxmlformats.org/officeDocument/2006/relationships/slide" Target="/ppt/slides/slide15.xml" Id="R7906b6563ba34d4c" /><Relationship Type="http://schemas.openxmlformats.org/officeDocument/2006/relationships/slide" Target="/ppt/slides/slide16.xml" Id="R0f1156fca3af451b" /><Relationship Type="http://schemas.openxmlformats.org/officeDocument/2006/relationships/slide" Target="/ppt/slides/slide17.xml" Id="Rad68c1159f904ba8" /><Relationship Type="http://schemas.openxmlformats.org/officeDocument/2006/relationships/slide" Target="/ppt/slides/slide18.xml" Id="Rbf5beb56a1f349e2" /><Relationship Type="http://schemas.openxmlformats.org/officeDocument/2006/relationships/slide" Target="/ppt/slides/slide19.xml" Id="R098b8b03dcca4f10" /><Relationship Type="http://schemas.openxmlformats.org/officeDocument/2006/relationships/slide" Target="/ppt/slides/slide20.xml" Id="Rd4dd10b6b9724221" /><Relationship Type="http://schemas.openxmlformats.org/officeDocument/2006/relationships/slide" Target="/ppt/slides/slide21.xml" Id="R5bf6f8b076ff452e" /><Relationship Type="http://schemas.openxmlformats.org/officeDocument/2006/relationships/slide" Target="/ppt/slides/slide22.xml" Id="R101e5da764654ee6" /><Relationship Type="http://schemas.openxmlformats.org/officeDocument/2006/relationships/slide" Target="/ppt/slides/slide23.xml" Id="Rcf242f4bc7e14a66" /><Relationship Type="http://schemas.openxmlformats.org/officeDocument/2006/relationships/slide" Target="/ppt/slides/slide24.xml" Id="Rb13818a3d3694f84" /><Relationship Type="http://schemas.openxmlformats.org/officeDocument/2006/relationships/slide" Target="/ppt/slides/slide25.xml" Id="R33984b1f83a74439" /><Relationship Type="http://schemas.openxmlformats.org/officeDocument/2006/relationships/slide" Target="/ppt/slides/slide26.xml" Id="R6271bbe441364d52" /><Relationship Type="http://schemas.openxmlformats.org/officeDocument/2006/relationships/slide" Target="/ppt/slides/slide27.xml" Id="Rf11d351f69954c74" /><Relationship Type="http://schemas.openxmlformats.org/officeDocument/2006/relationships/slide" Target="/ppt/slides/slide28.xml" Id="Rfdb894e0057444be" /><Relationship Type="http://schemas.openxmlformats.org/officeDocument/2006/relationships/slide" Target="/ppt/slides/slide29.xml" Id="Ra3e33bd2c8ed47ca" /><Relationship Type="http://schemas.openxmlformats.org/officeDocument/2006/relationships/slide" Target="/ppt/slides/slide30.xml" Id="R1566f84af4fa4713" /><Relationship Type="http://schemas.openxmlformats.org/officeDocument/2006/relationships/slide" Target="/ppt/slides/slide31.xml" Id="R7a8b8e8622e042bc" /><Relationship Type="http://schemas.openxmlformats.org/officeDocument/2006/relationships/slide" Target="/ppt/slides/slide32.xml" Id="R2b8f1fd07c4d4cce" /><Relationship Type="http://schemas.openxmlformats.org/officeDocument/2006/relationships/slide" Target="/ppt/slides/slide33.xml" Id="R5e33e95cf69344ab" /><Relationship Type="http://schemas.openxmlformats.org/officeDocument/2006/relationships/slide" Target="/ppt/slides/slide34.xml" Id="R553c4fd53ddd41ba" /><Relationship Type="http://schemas.openxmlformats.org/officeDocument/2006/relationships/slide" Target="/ppt/slides/slide35.xml" Id="R1e7290ebdfa346f1" /><Relationship Type="http://schemas.openxmlformats.org/officeDocument/2006/relationships/slide" Target="/ppt/slides/slide36.xml" Id="Rffba9f23e1e14278" /><Relationship Type="http://schemas.openxmlformats.org/officeDocument/2006/relationships/slide" Target="/ppt/slides/slide37.xml" Id="Rd9090064bdf3445b" /><Relationship Type="http://schemas.openxmlformats.org/officeDocument/2006/relationships/slide" Target="/ppt/slides/slide38.xml" Id="R17d4bd6c5db540f9" /><Relationship Type="http://schemas.openxmlformats.org/officeDocument/2006/relationships/slide" Target="/ppt/slides/slide39.xml" Id="R4bc1bbaf3b58480e" /><Relationship Type="http://schemas.openxmlformats.org/officeDocument/2006/relationships/slide" Target="/ppt/slides/slide40.xml" Id="R23a83a37864a4f3f" /><Relationship Type="http://schemas.openxmlformats.org/officeDocument/2006/relationships/slide" Target="/ppt/slides/slide41.xml" Id="Ra4ad4a122c6e49d9" /><Relationship Type="http://schemas.openxmlformats.org/officeDocument/2006/relationships/slide" Target="/ppt/slides/slide42.xml" Id="R4efc0aa79501474e" /><Relationship Type="http://schemas.openxmlformats.org/officeDocument/2006/relationships/slide" Target="/ppt/slides/slide43.xml" Id="R1d110ec16f5143f1" /><Relationship Type="http://schemas.openxmlformats.org/officeDocument/2006/relationships/slide" Target="/ppt/slides/slide44.xml" Id="R7cec949e49d4420e" /><Relationship Type="http://schemas.openxmlformats.org/officeDocument/2006/relationships/slide" Target="/ppt/slides/slide45.xml" Id="R2421d21b541a4133" /><Relationship Type="http://schemas.openxmlformats.org/officeDocument/2006/relationships/slide" Target="/ppt/slides/slide46.xml" Id="Re616bc171c644130" /><Relationship Type="http://schemas.openxmlformats.org/officeDocument/2006/relationships/slide" Target="/ppt/slides/slide47.xml" Id="R87ab989cf7074291" /><Relationship Type="http://schemas.openxmlformats.org/officeDocument/2006/relationships/slide" Target="/ppt/slides/slide48.xml" Id="Rd06af45233454c38" /><Relationship Type="http://schemas.openxmlformats.org/officeDocument/2006/relationships/slide" Target="/ppt/slides/slide49.xml" Id="R0c6435321e474c01" /><Relationship Type="http://schemas.openxmlformats.org/officeDocument/2006/relationships/slide" Target="/ppt/slides/slide50.xml" Id="R1444538736114c38" /><Relationship Type="http://schemas.openxmlformats.org/officeDocument/2006/relationships/slide" Target="/ppt/slides/slide51.xml" Id="Rb315009f872a4477" /><Relationship Type="http://schemas.openxmlformats.org/officeDocument/2006/relationships/slide" Target="/ppt/slides/slide52.xml" Id="R2acb3df083134701" /><Relationship Type="http://schemas.openxmlformats.org/officeDocument/2006/relationships/slide" Target="/ppt/slides/slide53.xml" Id="Rb04ba2ee286b4cd8" /><Relationship Type="http://schemas.openxmlformats.org/officeDocument/2006/relationships/slide" Target="/ppt/slides/slide54.xml" Id="Ra5e6e3177bde4de5" /><Relationship Type="http://schemas.openxmlformats.org/officeDocument/2006/relationships/slide" Target="/ppt/slides/slide55.xml" Id="Rc51568ca03ad40f6" /><Relationship Type="http://schemas.openxmlformats.org/officeDocument/2006/relationships/slide" Target="/ppt/slides/slide56.xml" Id="Rafe85a1f0b804f7f" /><Relationship Type="http://schemas.openxmlformats.org/officeDocument/2006/relationships/slide" Target="/ppt/slides/slide57.xml" Id="R5a3f1a4fabdc48ff" /><Relationship Type="http://schemas.openxmlformats.org/officeDocument/2006/relationships/slide" Target="/ppt/slides/slide58.xml" Id="R5ff514d47b5744dd" /><Relationship Type="http://schemas.openxmlformats.org/officeDocument/2006/relationships/slide" Target="/ppt/slides/slide59.xml" Id="Rebde354180ce4ab5" /><Relationship Type="http://schemas.openxmlformats.org/officeDocument/2006/relationships/slide" Target="/ppt/slides/slide60.xml" Id="Rac7f33a2a6604e65" /><Relationship Type="http://schemas.openxmlformats.org/officeDocument/2006/relationships/slide" Target="/ppt/slides/slide61.xml" Id="R88c71dd4b03048e7" /><Relationship Type="http://schemas.openxmlformats.org/officeDocument/2006/relationships/slide" Target="/ppt/slides/slide62.xml" Id="Rf95b4e85243347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453d19eb964f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adf22e3a044412" /><Relationship Type="http://schemas.openxmlformats.org/officeDocument/2006/relationships/notesMaster" Target="/ppt/notesMasters/notesMaster1.xml" Id="R08872ff911a34f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ff7ced81b8411f" /><Relationship Type="http://schemas.openxmlformats.org/officeDocument/2006/relationships/notesMaster" Target="/ppt/notesMasters/notesMaster1.xml" Id="Rcd0b76ab1d8547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cefea9a3d34dad" /><Relationship Type="http://schemas.openxmlformats.org/officeDocument/2006/relationships/notesMaster" Target="/ppt/notesMasters/notesMaster1.xml" Id="R07ac0a38e8bf4a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a20cf6f30942cf" /><Relationship Type="http://schemas.openxmlformats.org/officeDocument/2006/relationships/notesMaster" Target="/ppt/notesMasters/notesMaster1.xml" Id="R5c5134e6386949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20b33bb96541b0" /><Relationship Type="http://schemas.openxmlformats.org/officeDocument/2006/relationships/notesMaster" Target="/ppt/notesMasters/notesMaster1.xml" Id="R4bbf998eb1e049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b1db66edda43f6" /><Relationship Type="http://schemas.openxmlformats.org/officeDocument/2006/relationships/notesMaster" Target="/ppt/notesMasters/notesMaster1.xml" Id="Rac6bdc2ef1f246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60b61f07b24960" /><Relationship Type="http://schemas.openxmlformats.org/officeDocument/2006/relationships/notesMaster" Target="/ppt/notesMasters/notesMaster1.xml" Id="R6389903e954948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fe9c357f554213" /><Relationship Type="http://schemas.openxmlformats.org/officeDocument/2006/relationships/notesMaster" Target="/ppt/notesMasters/notesMaster1.xml" Id="Rbf438053746e43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5bb80e52744ca6" /><Relationship Type="http://schemas.openxmlformats.org/officeDocument/2006/relationships/notesMaster" Target="/ppt/notesMasters/notesMaster1.xml" Id="R4ccab51b51cc47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d0392835934bda" /><Relationship Type="http://schemas.openxmlformats.org/officeDocument/2006/relationships/notesMaster" Target="/ppt/notesMasters/notesMaster1.xml" Id="Rb58b21c8fda84e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4ee405b1b04b40" /><Relationship Type="http://schemas.openxmlformats.org/officeDocument/2006/relationships/notesMaster" Target="/ppt/notesMasters/notesMaster1.xml" Id="R46df6b48e9dc45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175336f28449f7" /><Relationship Type="http://schemas.openxmlformats.org/officeDocument/2006/relationships/notesMaster" Target="/ppt/notesMasters/notesMaster1.xml" Id="R4180a4c9744b44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7bea57c2084231" /><Relationship Type="http://schemas.openxmlformats.org/officeDocument/2006/relationships/notesMaster" Target="/ppt/notesMasters/notesMaster1.xml" Id="Rec447b6d051249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7295b471d649f0" /><Relationship Type="http://schemas.openxmlformats.org/officeDocument/2006/relationships/notesMaster" Target="/ppt/notesMasters/notesMaster1.xml" Id="R088dba4ebcf541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f8fb7a388a4dc8" /><Relationship Type="http://schemas.openxmlformats.org/officeDocument/2006/relationships/notesMaster" Target="/ppt/notesMasters/notesMaster1.xml" Id="Rcaa5c2076bbe4a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4b9982f27a147ce" /><Relationship Type="http://schemas.openxmlformats.org/officeDocument/2006/relationships/notesMaster" Target="/ppt/notesMasters/notesMaster1.xml" Id="Ree371bde4cd7470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2f02684694443a" /><Relationship Type="http://schemas.openxmlformats.org/officeDocument/2006/relationships/notesMaster" Target="/ppt/notesMasters/notesMaster1.xml" Id="Rba204fd3e3cf48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0391af67d6471c" /><Relationship Type="http://schemas.openxmlformats.org/officeDocument/2006/relationships/notesMaster" Target="/ppt/notesMasters/notesMaster1.xml" Id="Rc00704583d704a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69a29bf8964ce4" /><Relationship Type="http://schemas.openxmlformats.org/officeDocument/2006/relationships/notesMaster" Target="/ppt/notesMasters/notesMaster1.xml" Id="Rb1ee509af65b43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efeacd830a646c4" /><Relationship Type="http://schemas.openxmlformats.org/officeDocument/2006/relationships/notesMaster" Target="/ppt/notesMasters/notesMaster1.xml" Id="Rf497bea377fd40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3d552bde6914ce2" /><Relationship Type="http://schemas.openxmlformats.org/officeDocument/2006/relationships/notesMaster" Target="/ppt/notesMasters/notesMaster1.xml" Id="R7a1d426ed3e3431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0a0e16cef854e1a" /><Relationship Type="http://schemas.openxmlformats.org/officeDocument/2006/relationships/notesMaster" Target="/ppt/notesMasters/notesMaster1.xml" Id="Rd542453499b0449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30508999ff4820" /><Relationship Type="http://schemas.openxmlformats.org/officeDocument/2006/relationships/notesMaster" Target="/ppt/notesMasters/notesMaster1.xml" Id="R86b3f016e0c54f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54f62a1c06b4248" /><Relationship Type="http://schemas.openxmlformats.org/officeDocument/2006/relationships/notesMaster" Target="/ppt/notesMasters/notesMaster1.xml" Id="R3fc6946537d54f7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a7930ca64e4e10" /><Relationship Type="http://schemas.openxmlformats.org/officeDocument/2006/relationships/notesMaster" Target="/ppt/notesMasters/notesMaster1.xml" Id="R9d5e05060ff944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46018c984448fd" /><Relationship Type="http://schemas.openxmlformats.org/officeDocument/2006/relationships/notesMaster" Target="/ppt/notesMasters/notesMaster1.xml" Id="Rf8b0f413f38d444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3c5e392853f4fdd" /><Relationship Type="http://schemas.openxmlformats.org/officeDocument/2006/relationships/notesMaster" Target="/ppt/notesMasters/notesMaster1.xml" Id="R04f47cdb627044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58c0d89da964959" /><Relationship Type="http://schemas.openxmlformats.org/officeDocument/2006/relationships/notesMaster" Target="/ppt/notesMasters/notesMaster1.xml" Id="Rf90677e51a7a421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dfc35952ba841fa" /><Relationship Type="http://schemas.openxmlformats.org/officeDocument/2006/relationships/notesMaster" Target="/ppt/notesMasters/notesMaster1.xml" Id="R7b893aa103df42f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8ccf34549f6456f" /><Relationship Type="http://schemas.openxmlformats.org/officeDocument/2006/relationships/notesMaster" Target="/ppt/notesMasters/notesMaster1.xml" Id="R9c5bf674e337415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6bdc8fca27b4c09" /><Relationship Type="http://schemas.openxmlformats.org/officeDocument/2006/relationships/notesMaster" Target="/ppt/notesMasters/notesMaster1.xml" Id="R0ea1d6a11c5b431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7e9a902ccbd4325" /><Relationship Type="http://schemas.openxmlformats.org/officeDocument/2006/relationships/notesMaster" Target="/ppt/notesMasters/notesMaster1.xml" Id="R39707771fec34f2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d8b7e0235b54d9e" /><Relationship Type="http://schemas.openxmlformats.org/officeDocument/2006/relationships/notesMaster" Target="/ppt/notesMasters/notesMaster1.xml" Id="R7f33e5e47e1949d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f952cd7b8ea45bc" /><Relationship Type="http://schemas.openxmlformats.org/officeDocument/2006/relationships/notesMaster" Target="/ppt/notesMasters/notesMaster1.xml" Id="R92e17efe666148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bdd0f71f6a9419b" /><Relationship Type="http://schemas.openxmlformats.org/officeDocument/2006/relationships/notesMaster" Target="/ppt/notesMasters/notesMaster1.xml" Id="R332f830a05b3461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f5594eb4bab49f4" /><Relationship Type="http://schemas.openxmlformats.org/officeDocument/2006/relationships/notesMaster" Target="/ppt/notesMasters/notesMaster1.xml" Id="R65b14a7ff08a4aa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22a3cb1ad2f4e28" /><Relationship Type="http://schemas.openxmlformats.org/officeDocument/2006/relationships/notesMaster" Target="/ppt/notesMasters/notesMaster1.xml" Id="R8efce70552d44f4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f0314a4ea3847c8" /><Relationship Type="http://schemas.openxmlformats.org/officeDocument/2006/relationships/notesMaster" Target="/ppt/notesMasters/notesMaster1.xml" Id="R4648d485d9d5429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913e9d46c0f475f" /><Relationship Type="http://schemas.openxmlformats.org/officeDocument/2006/relationships/notesMaster" Target="/ppt/notesMasters/notesMaster1.xml" Id="R57c686d6ebb140f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b9722ac2bf64c3d" /><Relationship Type="http://schemas.openxmlformats.org/officeDocument/2006/relationships/notesMaster" Target="/ppt/notesMasters/notesMaster1.xml" Id="Rf16ebaaa1720455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7c6a6c4be9a4cbb" /><Relationship Type="http://schemas.openxmlformats.org/officeDocument/2006/relationships/notesMaster" Target="/ppt/notesMasters/notesMaster1.xml" Id="R5677fd5304b74fe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de61c36939a4d2e" /><Relationship Type="http://schemas.openxmlformats.org/officeDocument/2006/relationships/notesMaster" Target="/ppt/notesMasters/notesMaster1.xml" Id="R19325aba726c421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73a69227bed4175" /><Relationship Type="http://schemas.openxmlformats.org/officeDocument/2006/relationships/notesMaster" Target="/ppt/notesMasters/notesMaster1.xml" Id="R531df8887d94499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834b8ac0cd940b8" /><Relationship Type="http://schemas.openxmlformats.org/officeDocument/2006/relationships/notesMaster" Target="/ppt/notesMasters/notesMaster1.xml" Id="R63d125315390454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7167cf3033a42de" /><Relationship Type="http://schemas.openxmlformats.org/officeDocument/2006/relationships/notesMaster" Target="/ppt/notesMasters/notesMaster1.xml" Id="R290637119b5040d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43a4e4331694f4c" /><Relationship Type="http://schemas.openxmlformats.org/officeDocument/2006/relationships/notesMaster" Target="/ppt/notesMasters/notesMaster1.xml" Id="R2b9e16d6f2ec408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13a14ba29a54380" /><Relationship Type="http://schemas.openxmlformats.org/officeDocument/2006/relationships/notesMaster" Target="/ppt/notesMasters/notesMaster1.xml" Id="R6172829440f64e4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39b745d452b4405" /><Relationship Type="http://schemas.openxmlformats.org/officeDocument/2006/relationships/notesMaster" Target="/ppt/notesMasters/notesMaster1.xml" Id="Rc0b7e9eb4157471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43d2745130948e8" /><Relationship Type="http://schemas.openxmlformats.org/officeDocument/2006/relationships/notesMaster" Target="/ppt/notesMasters/notesMaster1.xml" Id="R567739831f6141f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4c924530b0541e2" /><Relationship Type="http://schemas.openxmlformats.org/officeDocument/2006/relationships/notesMaster" Target="/ppt/notesMasters/notesMaster1.xml" Id="R5a7972ace580486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93b66c3be29460d" /><Relationship Type="http://schemas.openxmlformats.org/officeDocument/2006/relationships/notesMaster" Target="/ppt/notesMasters/notesMaster1.xml" Id="Rc8f496a2d6d3428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ad5d8ae09504023" /><Relationship Type="http://schemas.openxmlformats.org/officeDocument/2006/relationships/notesMaster" Target="/ppt/notesMasters/notesMaster1.xml" Id="Ref4586facc1f433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9505bf208734e4d" /><Relationship Type="http://schemas.openxmlformats.org/officeDocument/2006/relationships/notesMaster" Target="/ppt/notesMasters/notesMaster1.xml" Id="R4d5d7fd8ce944e9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ed6ba5115a24a99" /><Relationship Type="http://schemas.openxmlformats.org/officeDocument/2006/relationships/notesMaster" Target="/ppt/notesMasters/notesMaster1.xml" Id="Re0236ab8180545b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72b91f4cf404e1c" /><Relationship Type="http://schemas.openxmlformats.org/officeDocument/2006/relationships/notesMaster" Target="/ppt/notesMasters/notesMaster1.xml" Id="Rcd71abc9edc148c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61aba436e3249bb" /><Relationship Type="http://schemas.openxmlformats.org/officeDocument/2006/relationships/notesMaster" Target="/ppt/notesMasters/notesMaster1.xml" Id="Re4eaab06eb7448e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250796445ef4957" /><Relationship Type="http://schemas.openxmlformats.org/officeDocument/2006/relationships/notesMaster" Target="/ppt/notesMasters/notesMaster1.xml" Id="R3185a9a2785b4f5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da36b49246ce4c1d" /><Relationship Type="http://schemas.openxmlformats.org/officeDocument/2006/relationships/notesMaster" Target="/ppt/notesMasters/notesMaster1.xml" Id="Rc9ca6cd956b2486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7aadb01b6e647fd" /><Relationship Type="http://schemas.openxmlformats.org/officeDocument/2006/relationships/notesMaster" Target="/ppt/notesMasters/notesMaster1.xml" Id="R7531c120f90f4fd1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7fde22b9a5fe4b97" /><Relationship Type="http://schemas.openxmlformats.org/officeDocument/2006/relationships/notesMaster" Target="/ppt/notesMasters/notesMaster1.xml" Id="R869114de7eba4b0e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be089dfb7cf4e64" /><Relationship Type="http://schemas.openxmlformats.org/officeDocument/2006/relationships/notesMaster" Target="/ppt/notesMasters/notesMaster1.xml" Id="R8c5593a8d0e6452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b8444973d0574cac" /><Relationship Type="http://schemas.openxmlformats.org/officeDocument/2006/relationships/notesMaster" Target="/ppt/notesMasters/notesMaster1.xml" Id="Rcd8f4d235bab46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/Users/liroymelamed/Documents/Codex/2026-10-05/new-chat-2/tmp/pdfs/signing-guide-v2/screens/29-templates-clean-qa.png.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/Users/liroymelamed/Documents/Codex/2026-10-05/new-chat-2/tmp/pdfs/signing-guide-v2/screens/01-name-and-order-final.png.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/Users/liroymelamed/Documents/Codex/2026-10-05/new-chat-2/tmp/pdfs/signing-guide-v2/screens/04-lawyer-role-final.png.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/Users/liroymelamed/Documents/Codex/2026-10-05/new-chat-2/tmp/pdfs/signing-guide-v2/screens/03-lawyer-stage-menu-final.png.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/Users/liroymelamed/Documents/Codex/2026-10-05/new-chat-2/tmp/pdfs/signing-guide-v2/screens/26-capacity-menu.png.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/Users/liroymelamed/Documents/Codex/2026-10-05/new-chat-2/tmp/pdfs/signing-guide-v2/screens/27-number-of-signers-expanded.png.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/Users/liroymelamed/Documents/Codex/2026-10-05/new-chat-2/tmp/pdfs/signing-guide-v2/screens/28-current-document-controls.png.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/Users/liroymelamed/Documents/Codex/2026-10-05/new-chat-2/tmp/pdfs/signing-guide-v2/screens/06-role-and-plus-final.png.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/Users/liroymelamed/Documents/Codex/2026-10-05/new-chat-2/tmp/pdfs/signing-guide-v2/screens/08-three-role-fields-final.png.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/Users/liroymelamed/Documents/Codex/2026-10-05/new-chat-2/outputs/signing-implementation-20261007/workflow-ux-20261008/template-conditions-defaults-he.png. מסמך מקור: content06.mjs; צילומים קודמים נשמרו רק למסכים שלא השתנו. מוצר 98fd566255167aa284f3cc2509b7b04db611b652, QA47227c891968dd7db88cc230b3b343111e8d3ab2.  צילום היסטורי מדוגמה נוספת, מוצג ככזה.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/Users/liroymelamed/Documents/Codex/2026-10-05/new-chat-2/tmp/pdfs/signing-guide-v2/screens/09-review-publish-final.png.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/Users/liroymelamed/Documents/Codex/2026-10-05/new-chat-2/tmp/pdfs/signing-guide-v2/screens/29-templates-clean-qa.png.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/Users/liroymelamed/Documents/Codex/2026-10-05/new-chat-2/tmp/pdfs/signing-guide-v2/screens/12-landlord-person-final.png.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/Users/liroymelamed/Documents/Codex/2026-10-05/new-chat-2/outputs/signing-implementation-20261007/workflow-ux-20261008/excel-he-review.png. מסמך מקור: content06.mjs; צילומים קודמים נשמרו רק למסכים שלא השתנו. מוצר 98fd566255167aa284f3cc2509b7b04db611b652, QA47227c891968dd7db88cc230b3b343111e8d3ab2.  צילום היסטורי מדוגמה נוספת, מוצג ככזה.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/Users/liroymelamed/Documents/Codex/2026-10-05/new-chat-2/tmp/pdfs/signing-guide-v2/screens/13-review-before-send-final.png.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/Users/liroymelamed/Documents/Codex/2026-10-05/new-chat-2/tmp/pdfs/signing-guide-v2/screens/14-created-background-final.png.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/Users/liroymelamed/Documents/Codex/2026-10-05/new-chat-2/tmp/pdfs/signing-guide-v2/screens/20-signer-first-document.png. מסמך מקור: content06.mjs; צילומים קודמים נשמרו רק למסכים שלא השתנו. מוצר 98fd566255167aa284f3cc2509b7b04db611b652, QA47227c891968dd7db88cc230b3b343111e8d3ab2. הצילום מדגים רכיבי מוצר קיימים עם API מדומה בלבד, ואינו ראיית אימות או משלוח.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/Users/liroymelamed/Documents/Codex/2026-10-05/new-chat-2/tmp/pdfs/signing-guide-v2/screens/22-otp-entry.png. מסמך מקור: content06.mjs; צילומים קודמים נשמרו רק למסכים שלא השתנו. מוצר 98fd566255167aa284f3cc2509b7b04db611b652, QA47227c891968dd7db88cc230b3b343111e8d3ab2. הצילום מדגים רכיבי מוצר קיימים עם API מדומה בלבד, ואינו ראיית אימות או משלוח.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/Users/liroymelamed/Documents/Codex/2026-10-05/new-chat-2/tmp/pdfs/signing-guide-v2/screens/23-drawn-signature.png. מסמך מקור: content06.mjs; צילומים קודמים נשמרו רק למסכים שלא השתנו. מוצר 98fd566255167aa284f3cc2509b7b04db611b652, QA47227c891968dd7db88cc230b3b343111e8d3ab2. הצילום מדגים רכיבי מוצר קיימים עם API מדומה בלבד, ואינו ראיית אימות או משלוח.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/Users/liroymelamed/Documents/Codex/2026-10-05/new-chat-2/tmp/pdfs/signing-guide-v2/screens/21-group-consent.png. מסמך מקור: content06.mjs; צילומים קודמים נשמרו רק למסכים שלא השתנו. מוצר 98fd566255167aa284f3cc2509b7b04db611b652, QA47227c891968dd7db88cc230b3b343111e8d3ab2. הצילום מדגים רכיבי מוצר קיימים עם API מדומה בלבד, ואינו ראיית אימות או משלוח.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/Users/liroymelamed/Documents/Codex/2026-10-05/new-chat-2/tmp/pdfs/signing-guide-v2/screens/24-completion-only-finish.png. מסמך מקור: content06.mjs; צילומים קודמים נשמרו רק למסכים שלא השתנו. מוצר 98fd566255167aa284f3cc2509b7b04db611b652, QA47227c891968dd7db88cc230b3b343111e8d3ab2. הצילום מדגים רכיבי מוצר קיימים עם API מדומה בלבד, ואינו ראיית אימות או משלוח.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/Users/liroymelamed/Documents/Codex/2026-10-05/new-chat-2/tmp/pdfs/signing-guide-v2/screens/15-pending-list-final.png.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/Users/liroymelamed/Documents/Codex/2026-10-05/new-chat-2/tmp/pdfs/signing-guide-v2/screens/16-package-people-final.png.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/Users/liroymelamed/Documents/Codex/2026-10-05/new-chat-2/tmp/pdfs/signing-guide-v2/screens/18-bulk-selection-final.png.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/Users/liroymelamed/Documents/Codex/2026-10-05/new-chat-2/tmp/pdfs/signing-guide-v2/screens/19-bulk-review-final.png.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/Users/liroymelamed/Documents/Codex/2026-10-05/new-chat-2/tmp/pdfs/signing-guide-v2/screens/17-contact-dialog-final.png.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/Users/liroymelamed/Documents/Codex/2026-10-05/new-chat-2/outputs/signing-implementation-20261007/workflow-ux-20261008/replacement-he-fresh-consent.png. מסמך מקור: content06.mjs; צילומים קודמים נשמרו רק למסכים שלא השתנו. מוצר 98fd566255167aa284f3cc2509b7b04db611b652, QA47227c891968dd7db88cc230b3b343111e8d3ab2.  צילום היסטורי מדוגמה נוספת, מוצג ככזה.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/Users/liroymelamed/Documents/Codex/2026-10-05/new-chat-2/outputs/signing-implementation-20261007/workflow-ux-20261008/completed-copy-he-final.png. מסמך מקור: content06.mjs; צילומים קודמים נשמרו רק למסכים שלא השתנו. מוצר 98fd566255167aa284f3cc2509b7b04db611b652, QA47227c891968dd7db88cc230b3b343111e8d3ab2.  צילום היסטורי מדוגמה נוספת, מוצג ככזה.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הדרכת משתמשים, Melamedia. צילום: אין צילום בשקופית זו. מסמך מקור: content06.mjs; צילומים קודמים נשמרו רק למסכים שלא השתנו. מוצר 98fd566255167aa284f3cc2509b7b04db611b652, QA47227c891968dd7db88cc230b3b343111e8d3ab2. 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8aa6cbad94c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09bdac8e248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2c7f62fd0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d40b2923a4a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f5514fadb41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32afa79274e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0D6106-DFE3-48C1-9304-8644BD67A4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DCD541-839E-4D2F-ADE1-F003EAE1FA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0FE6FD-16ED-4460-BCB9-E755D1FA8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6A39F8-0115-4E85-BA78-C531CED41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EBEC72-C7EB-40A1-B3AC-8D28B306FD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4A678D-3C80-44CB-A83C-5A03DA47B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171172-2548-443D-85E1-1025FC6D98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937974-A873-436A-A6C1-D94ADC92B5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18FB8D-D680-4DEE-84E4-9735CB95A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9CBD94-E169-441C-ABE5-030AAA4987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45ffc4a1e24beb" /><Relationship Type="http://schemas.openxmlformats.org/officeDocument/2006/relationships/slideLayout" Target="/ppt/slideLayouts/slideLayout1.xml" Id="Rd5a72d71cf6c4f6e" /><Relationship Type="http://schemas.openxmlformats.org/officeDocument/2006/relationships/slideLayout" Target="/ppt/slideLayouts/slideLayout2.xml" Id="R1529a80d84c74531" /><Relationship Type="http://schemas.openxmlformats.org/officeDocument/2006/relationships/slideLayout" Target="/ppt/slideLayouts/slideLayout3.xml" Id="Rbe35645c42f94e7b" /><Relationship Type="http://schemas.openxmlformats.org/officeDocument/2006/relationships/slideLayout" Target="/ppt/slideLayouts/slideLayout4.xml" Id="R79cadf14963c4cff" /><Relationship Type="http://schemas.openxmlformats.org/officeDocument/2006/relationships/slideLayout" Target="/ppt/slideLayouts/slideLayout5.xml" Id="R078028bc37dd4adc" /><Relationship Type="http://schemas.openxmlformats.org/officeDocument/2006/relationships/slideLayout" Target="/ppt/slideLayouts/slideLayout6.xml" Id="Rfc24aaac704444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a72d71cf6c4f6e"/>
    <p:sldLayoutId xmlns:r="http://schemas.openxmlformats.org/officeDocument/2006/relationships" id="2147483650" r:id="R1529a80d84c74531"/>
    <p:sldLayoutId xmlns:r="http://schemas.openxmlformats.org/officeDocument/2006/relationships" id="2147483651" r:id="Rbe35645c42f94e7b"/>
    <p:sldLayoutId xmlns:r="http://schemas.openxmlformats.org/officeDocument/2006/relationships" id="2147483652" r:id="R79cadf14963c4cff"/>
    <p:sldLayoutId xmlns:r="http://schemas.openxmlformats.org/officeDocument/2006/relationships" id="2147483653" r:id="R078028bc37dd4adc"/>
    <p:sldLayoutId xmlns:r="http://schemas.openxmlformats.org/officeDocument/2006/relationships" id="2147483654" r:id="Rfc24aaac704444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36527ad16ee457a"/><Relationship Type="http://schemas.openxmlformats.org/officeDocument/2006/relationships/slide" Target="slide2.xml" Id="R0bcf9a261a544a65"/><Relationship Type="http://schemas.openxmlformats.org/officeDocument/2006/relationships/notesSlide" Target="/ppt/notesSlides/notesSlide1.xml" Id="R1e1396847052414c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e2e7ab0b9fd4fc7"/><Relationship Type="http://schemas.openxmlformats.org/officeDocument/2006/relationships/slide" Target="slide3.xml" Id="R51da60d3db7849b0"/><Relationship Type="http://schemas.openxmlformats.org/officeDocument/2006/relationships/slide" Target="slide13.xml" Id="Re80d4e5842ba4d3c"/><Relationship Type="http://schemas.openxmlformats.org/officeDocument/2006/relationships/slide" Target="slide21.xml" Id="Ra4565d1fce614714"/><Relationship Type="http://schemas.openxmlformats.org/officeDocument/2006/relationships/slide" Target="slide28.xml" Id="R58b364aa6bc24f66"/><Relationship Type="http://schemas.openxmlformats.org/officeDocument/2006/relationships/slide" Target="slide33.xml" Id="R647c231429de4767"/><Relationship Type="http://schemas.openxmlformats.org/officeDocument/2006/relationships/slide" Target="slide40.xml" Id="R7fc68955c36442c3"/><Relationship Type="http://schemas.openxmlformats.org/officeDocument/2006/relationships/slide" Target="slide46.xml" Id="R6e97b0a189af4d6e"/><Relationship Type="http://schemas.openxmlformats.org/officeDocument/2006/relationships/slide" Target="slide59.xml" Id="R33e006efbbba49f9"/><Relationship Type="http://schemas.openxmlformats.org/officeDocument/2006/relationships/notesSlide" Target="/ppt/notesSlides/notesSlide2.xml" Id="R51956527b87247fc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ef7d731b46e47ec"/><Relationship Type="http://schemas.openxmlformats.org/officeDocument/2006/relationships/slide" Target="slide2.xml" Id="R74d630d6fd3545f7"/><Relationship Type="http://schemas.openxmlformats.org/officeDocument/2006/relationships/notesSlide" Target="/ppt/notesSlides/notesSlide3.xml" Id="R95e6eae20ac04d82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1e68e4591894d85"/><Relationship Type="http://schemas.openxmlformats.org/officeDocument/2006/relationships/slide" Target="slide2.xml" Id="Rba934c10d69948f3"/><Relationship Type="http://schemas.openxmlformats.org/officeDocument/2006/relationships/notesSlide" Target="/ppt/notesSlides/notesSlide4.xml" Id="Re9d2e8842f94455d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c7d05a30a541da"/><Relationship Type="http://schemas.openxmlformats.org/officeDocument/2006/relationships/image" Target="/ppt/media/image.png" Id="R6a99903e5c1f4a2a"/><Relationship Type="http://schemas.openxmlformats.org/officeDocument/2006/relationships/slide" Target="slide2.xml" Id="R86791b368b6e4666"/><Relationship Type="http://schemas.openxmlformats.org/officeDocument/2006/relationships/notesSlide" Target="/ppt/notesSlides/notesSlide5.xml" Id="Rcb84e6fc59964863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97a8a13fe974c3b"/><Relationship Type="http://schemas.openxmlformats.org/officeDocument/2006/relationships/image" Target="/ppt/media/image2.png" Id="R9ad3014dbb734a66"/><Relationship Type="http://schemas.openxmlformats.org/officeDocument/2006/relationships/slide" Target="slide2.xml" Id="R8cc7abe3be324d65"/><Relationship Type="http://schemas.openxmlformats.org/officeDocument/2006/relationships/notesSlide" Target="/ppt/notesSlides/notesSlide6.xml" Id="R703c41803e784ca4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e247788705450d"/><Relationship Type="http://schemas.openxmlformats.org/officeDocument/2006/relationships/image" Target="/ppt/media/image3.png" Id="Rb2a47d465646401f"/><Relationship Type="http://schemas.openxmlformats.org/officeDocument/2006/relationships/slide" Target="slide2.xml" Id="Ra978b35bcc664b16"/><Relationship Type="http://schemas.openxmlformats.org/officeDocument/2006/relationships/notesSlide" Target="/ppt/notesSlides/notesSlide7.xml" Id="Rfa79b73472664f62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2f9a321ce90482c"/><Relationship Type="http://schemas.openxmlformats.org/officeDocument/2006/relationships/image" Target="/ppt/media/image4.png" Id="R5ec7e7a0d6bb478d"/><Relationship Type="http://schemas.openxmlformats.org/officeDocument/2006/relationships/slide" Target="slide2.xml" Id="R62e0f8465de54bdf"/><Relationship Type="http://schemas.openxmlformats.org/officeDocument/2006/relationships/notesSlide" Target="/ppt/notesSlides/notesSlide8.xml" Id="Rb7368742129c4183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fc884e7f2b84b30"/><Relationship Type="http://schemas.openxmlformats.org/officeDocument/2006/relationships/slide" Target="slide2.xml" Id="R6761b7a90fd54882"/><Relationship Type="http://schemas.openxmlformats.org/officeDocument/2006/relationships/notesSlide" Target="/ppt/notesSlides/notesSlide9.xml" Id="Rc7c07bfcdb22441f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772d1cbe7e4fb6"/><Relationship Type="http://schemas.openxmlformats.org/officeDocument/2006/relationships/image" Target="/ppt/media/image5.png" Id="R0552c3a9c0294c5d"/><Relationship Type="http://schemas.openxmlformats.org/officeDocument/2006/relationships/slide" Target="slide2.xml" Id="R9bc332a2fb8d4f7a"/><Relationship Type="http://schemas.openxmlformats.org/officeDocument/2006/relationships/notesSlide" Target="/ppt/notesSlides/notesSlide10.xml" Id="R2dfd36f500a14959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bec2d2abd1c4f50"/><Relationship Type="http://schemas.openxmlformats.org/officeDocument/2006/relationships/image" Target="/ppt/media/image6.png" Id="Rd696dbf9f7674374"/><Relationship Type="http://schemas.openxmlformats.org/officeDocument/2006/relationships/slide" Target="slide2.xml" Id="R042031b387b147af"/><Relationship Type="http://schemas.openxmlformats.org/officeDocument/2006/relationships/notesSlide" Target="/ppt/notesSlides/notesSlide11.xml" Id="Rf8f593b9d9bc4b5b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4d5b6427e4a4a3a"/><Relationship Type="http://schemas.openxmlformats.org/officeDocument/2006/relationships/slide" Target="slide2.xml" Id="Rd120f1b68db54c21"/><Relationship Type="http://schemas.openxmlformats.org/officeDocument/2006/relationships/notesSlide" Target="/ppt/notesSlides/notesSlide12.xml" Id="R594d559ade3b4a1c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f16f08ab404c88"/><Relationship Type="http://schemas.openxmlformats.org/officeDocument/2006/relationships/image" Target="/ppt/media/image7.png" Id="R587e05f9a8ef43dc"/><Relationship Type="http://schemas.openxmlformats.org/officeDocument/2006/relationships/slide" Target="slide2.xml" Id="R1e4759ebcfef412d"/><Relationship Type="http://schemas.openxmlformats.org/officeDocument/2006/relationships/notesSlide" Target="/ppt/notesSlides/notesSlide13.xml" Id="Ra7f9ebc0cde24874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37cd38acbc44e66"/><Relationship Type="http://schemas.openxmlformats.org/officeDocument/2006/relationships/image" Target="/ppt/media/image8.png" Id="R465f9f841a3c45b4"/><Relationship Type="http://schemas.openxmlformats.org/officeDocument/2006/relationships/slide" Target="slide2.xml" Id="R7311f6f99dae4334"/><Relationship Type="http://schemas.openxmlformats.org/officeDocument/2006/relationships/notesSlide" Target="/ppt/notesSlides/notesSlide14.xml" Id="Rbe4742f204844c30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8e1a5b994874eca"/><Relationship Type="http://schemas.openxmlformats.org/officeDocument/2006/relationships/image" Target="/ppt/media/image9.png" Id="R2965d17843684398"/><Relationship Type="http://schemas.openxmlformats.org/officeDocument/2006/relationships/slide" Target="slide2.xml" Id="R406380ce69a342d1"/><Relationship Type="http://schemas.openxmlformats.org/officeDocument/2006/relationships/notesSlide" Target="/ppt/notesSlides/notesSlide15.xml" Id="R4b1b5c07300b4500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6938dea74774748"/><Relationship Type="http://schemas.openxmlformats.org/officeDocument/2006/relationships/slide" Target="slide2.xml" Id="Rf08fa00150284c57"/><Relationship Type="http://schemas.openxmlformats.org/officeDocument/2006/relationships/notesSlide" Target="/ppt/notesSlides/notesSlide16.xml" Id="R949f10a1e12a4f05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7e34d176d9c4edd"/><Relationship Type="http://schemas.openxmlformats.org/officeDocument/2006/relationships/slide" Target="slide2.xml" Id="R6dfa7381c07e432f"/><Relationship Type="http://schemas.openxmlformats.org/officeDocument/2006/relationships/notesSlide" Target="/ppt/notesSlides/notesSlide17.xml" Id="Rd5acc08af5aa4a41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754668f35fe4efd"/><Relationship Type="http://schemas.openxmlformats.org/officeDocument/2006/relationships/image" Target="/ppt/media/image10.png" Id="R02341e2cac764bb4"/><Relationship Type="http://schemas.openxmlformats.org/officeDocument/2006/relationships/slide" Target="slide2.xml" Id="R6e77979b28214db3"/><Relationship Type="http://schemas.openxmlformats.org/officeDocument/2006/relationships/notesSlide" Target="/ppt/notesSlides/notesSlide18.xml" Id="Rc264d73e70cb4da7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614727949bf40e9"/><Relationship Type="http://schemas.openxmlformats.org/officeDocument/2006/relationships/slide" Target="slide2.xml" Id="R024d6aab05fd432a"/><Relationship Type="http://schemas.openxmlformats.org/officeDocument/2006/relationships/notesSlide" Target="/ppt/notesSlides/notesSlide19.xml" Id="R8864b437b1f943df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a69afeba7cd4ab4"/><Relationship Type="http://schemas.openxmlformats.org/officeDocument/2006/relationships/image" Target="/ppt/media/image11.png" Id="Rde5ad116bd1d45d8"/><Relationship Type="http://schemas.openxmlformats.org/officeDocument/2006/relationships/slide" Target="slide2.xml" Id="R1791f2b639a24215"/><Relationship Type="http://schemas.openxmlformats.org/officeDocument/2006/relationships/notesSlide" Target="/ppt/notesSlides/notesSlide20.xml" Id="Re827d830250d4853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de67495e9a4289"/><Relationship Type="http://schemas.openxmlformats.org/officeDocument/2006/relationships/image" Target="/ppt/media/image12.png" Id="Ra1590aec133a4b6a"/><Relationship Type="http://schemas.openxmlformats.org/officeDocument/2006/relationships/slide" Target="slide2.xml" Id="R31674510189f427d"/><Relationship Type="http://schemas.openxmlformats.org/officeDocument/2006/relationships/notesSlide" Target="/ppt/notesSlides/notesSlide21.xml" Id="R5ce502713a4148b0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a5f6e6f581245ac"/><Relationship Type="http://schemas.openxmlformats.org/officeDocument/2006/relationships/image" Target="/ppt/media/image13.png" Id="R65b38ef967844cfc"/><Relationship Type="http://schemas.openxmlformats.org/officeDocument/2006/relationships/slide" Target="slide2.xml" Id="Rf7131e13a6ea4d19"/><Relationship Type="http://schemas.openxmlformats.org/officeDocument/2006/relationships/notesSlide" Target="/ppt/notesSlides/notesSlide22.xml" Id="R7c62b852f97442f7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acca97c65d44432"/><Relationship Type="http://schemas.openxmlformats.org/officeDocument/2006/relationships/slide" Target="slide2.xml" Id="R6dba13cac63045f0"/><Relationship Type="http://schemas.openxmlformats.org/officeDocument/2006/relationships/notesSlide" Target="/ppt/notesSlides/notesSlide23.xml" Id="R28637faf62774475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d9429913c734932"/><Relationship Type="http://schemas.openxmlformats.org/officeDocument/2006/relationships/slide" Target="slide2.xml" Id="R499c358e67a34645"/><Relationship Type="http://schemas.openxmlformats.org/officeDocument/2006/relationships/notesSlide" Target="/ppt/notesSlides/notesSlide24.xml" Id="R19f20b7d67424066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ff88e8a43ed41a7"/><Relationship Type="http://schemas.openxmlformats.org/officeDocument/2006/relationships/image" Target="/ppt/media/image14.png" Id="Rb03484775c084dcb"/><Relationship Type="http://schemas.openxmlformats.org/officeDocument/2006/relationships/slide" Target="slide2.xml" Id="Rdba424bb1d074b8e"/><Relationship Type="http://schemas.openxmlformats.org/officeDocument/2006/relationships/notesSlide" Target="/ppt/notesSlides/notesSlide25.xml" Id="R329a6544559d4aab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f63ccd48824368"/><Relationship Type="http://schemas.openxmlformats.org/officeDocument/2006/relationships/image" Target="/ppt/media/image15.png" Id="R5319059681ee46ae"/><Relationship Type="http://schemas.openxmlformats.org/officeDocument/2006/relationships/slide" Target="slide2.xml" Id="R96ba5d398d7d4447"/><Relationship Type="http://schemas.openxmlformats.org/officeDocument/2006/relationships/notesSlide" Target="/ppt/notesSlides/notesSlide26.xml" Id="Rf63c06449a1242ae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b020e96895041a7"/><Relationship Type="http://schemas.openxmlformats.org/officeDocument/2006/relationships/image" Target="/ppt/media/image16.png" Id="R6e185ce7b6594320"/><Relationship Type="http://schemas.openxmlformats.org/officeDocument/2006/relationships/slide" Target="slide2.xml" Id="Rb1a98a032a7d4218"/><Relationship Type="http://schemas.openxmlformats.org/officeDocument/2006/relationships/notesSlide" Target="/ppt/notesSlides/notesSlide27.xml" Id="R98fcab55a7934663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2db34e2ad84697"/><Relationship Type="http://schemas.openxmlformats.org/officeDocument/2006/relationships/image" Target="/ppt/media/image17.png" Id="Rc1ea43e832d745d7"/><Relationship Type="http://schemas.openxmlformats.org/officeDocument/2006/relationships/slide" Target="slide2.xml" Id="R80f0476e976e47cf"/><Relationship Type="http://schemas.openxmlformats.org/officeDocument/2006/relationships/notesSlide" Target="/ppt/notesSlides/notesSlide28.xml" Id="Rdc78f5538f77497f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3d89809fb3b4347"/><Relationship Type="http://schemas.openxmlformats.org/officeDocument/2006/relationships/image" Target="/ppt/media/image18.png" Id="R6eee4d8aa9844233"/><Relationship Type="http://schemas.openxmlformats.org/officeDocument/2006/relationships/slide" Target="slide2.xml" Id="R6085c34b62ab400b"/><Relationship Type="http://schemas.openxmlformats.org/officeDocument/2006/relationships/notesSlide" Target="/ppt/notesSlides/notesSlide29.xml" Id="Re278538c64204f93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14034924ea9436c"/><Relationship Type="http://schemas.openxmlformats.org/officeDocument/2006/relationships/image" Target="/ppt/media/image19.png" Id="R4b94e027be044d97"/><Relationship Type="http://schemas.openxmlformats.org/officeDocument/2006/relationships/slide" Target="slide2.xml" Id="R7d9adb21063b49d2"/><Relationship Type="http://schemas.openxmlformats.org/officeDocument/2006/relationships/notesSlide" Target="/ppt/notesSlides/notesSlide30.xml" Id="R0b468e39408a422e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7d48822d40f4eee"/><Relationship Type="http://schemas.openxmlformats.org/officeDocument/2006/relationships/image" Target="/ppt/media/image20.png" Id="R19633bc685574765"/><Relationship Type="http://schemas.openxmlformats.org/officeDocument/2006/relationships/slide" Target="slide2.xml" Id="R7153855c89894202"/><Relationship Type="http://schemas.openxmlformats.org/officeDocument/2006/relationships/notesSlide" Target="/ppt/notesSlides/notesSlide31.xml" Id="R55ff6a9dd2de462b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a2c700533a64d83"/><Relationship Type="http://schemas.openxmlformats.org/officeDocument/2006/relationships/image" Target="/ppt/media/image21.png" Id="Re4e44593976e4762"/><Relationship Type="http://schemas.openxmlformats.org/officeDocument/2006/relationships/slide" Target="slide2.xml" Id="Rf2d652eac6c140eb"/><Relationship Type="http://schemas.openxmlformats.org/officeDocument/2006/relationships/notesSlide" Target="/ppt/notesSlides/notesSlide32.xml" Id="R5c100b8e08c048c5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c121ee5dd8f46f0"/><Relationship Type="http://schemas.openxmlformats.org/officeDocument/2006/relationships/image" Target="/ppt/media/image22.png" Id="R6f29a9d0b64f4923"/><Relationship Type="http://schemas.openxmlformats.org/officeDocument/2006/relationships/slide" Target="slide2.xml" Id="R6cfbb1a9d5574ede"/><Relationship Type="http://schemas.openxmlformats.org/officeDocument/2006/relationships/notesSlide" Target="/ppt/notesSlides/notesSlide33.xml" Id="R1310febfe0ba4202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e3baf46ddbc4e1e"/><Relationship Type="http://schemas.openxmlformats.org/officeDocument/2006/relationships/slide" Target="slide2.xml" Id="R4e5332a54f214f06"/><Relationship Type="http://schemas.openxmlformats.org/officeDocument/2006/relationships/notesSlide" Target="/ppt/notesSlides/notesSlide34.xml" Id="R08aad822f5224b18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34ff5be000a41ea"/><Relationship Type="http://schemas.openxmlformats.org/officeDocument/2006/relationships/image" Target="/ppt/media/image23.png" Id="R10fa10414caa4685"/><Relationship Type="http://schemas.openxmlformats.org/officeDocument/2006/relationships/slide" Target="slide2.xml" Id="R98d19d2899ca42e5"/><Relationship Type="http://schemas.openxmlformats.org/officeDocument/2006/relationships/notesSlide" Target="/ppt/notesSlides/notesSlide35.xml" Id="Ra72e4e3676714195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c090f5ea15a4909"/><Relationship Type="http://schemas.openxmlformats.org/officeDocument/2006/relationships/slide" Target="slide2.xml" Id="Rb8aadf694b2e4164"/><Relationship Type="http://schemas.openxmlformats.org/officeDocument/2006/relationships/notesSlide" Target="/ppt/notesSlides/notesSlide36.xml" Id="R60bd5c1674d24068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f30421062064655"/><Relationship Type="http://schemas.openxmlformats.org/officeDocument/2006/relationships/image" Target="/ppt/media/image24.png" Id="R2ab2c3c6c3604345"/><Relationship Type="http://schemas.openxmlformats.org/officeDocument/2006/relationships/slide" Target="slide2.xml" Id="Refe67dad149b43f2"/><Relationship Type="http://schemas.openxmlformats.org/officeDocument/2006/relationships/notesSlide" Target="/ppt/notesSlides/notesSlide37.xml" Id="Rbbc926c118c842c1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69019a88334b1e"/><Relationship Type="http://schemas.openxmlformats.org/officeDocument/2006/relationships/image" Target="/ppt/media/image25.png" Id="R515759727bc84314"/><Relationship Type="http://schemas.openxmlformats.org/officeDocument/2006/relationships/slide" Target="slide2.xml" Id="R8fbe9d3581aa4a52"/><Relationship Type="http://schemas.openxmlformats.org/officeDocument/2006/relationships/notesSlide" Target="/ppt/notesSlides/notesSlide38.xml" Id="R0356f7e37cb84171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af8da8074d24944"/><Relationship Type="http://schemas.openxmlformats.org/officeDocument/2006/relationships/slide" Target="slide2.xml" Id="R9f0600b5ee0a4118"/><Relationship Type="http://schemas.openxmlformats.org/officeDocument/2006/relationships/notesSlide" Target="/ppt/notesSlides/notesSlide39.xml" Id="Rc720d684ea134b8f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db3c279b99d48e7"/><Relationship Type="http://schemas.openxmlformats.org/officeDocument/2006/relationships/image" Target="/ppt/media/image26.png" Id="R2f3ae89cd520484d"/><Relationship Type="http://schemas.openxmlformats.org/officeDocument/2006/relationships/slide" Target="slide2.xml" Id="R59e7214098044143"/><Relationship Type="http://schemas.openxmlformats.org/officeDocument/2006/relationships/notesSlide" Target="/ppt/notesSlides/notesSlide40.xml" Id="R714d6f10687447e3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030ed29e7714057"/><Relationship Type="http://schemas.openxmlformats.org/officeDocument/2006/relationships/slide" Target="slide2.xml" Id="R450296cd09874a5f"/><Relationship Type="http://schemas.openxmlformats.org/officeDocument/2006/relationships/notesSlide" Target="/ppt/notesSlides/notesSlide41.xml" Id="Rb75e8be3435548ca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5ca104672824242"/><Relationship Type="http://schemas.openxmlformats.org/officeDocument/2006/relationships/image" Target="/ppt/media/image27.png" Id="Rccc1459896f1484c"/><Relationship Type="http://schemas.openxmlformats.org/officeDocument/2006/relationships/slide" Target="slide2.xml" Id="Rff115c2e75394d01"/><Relationship Type="http://schemas.openxmlformats.org/officeDocument/2006/relationships/notesSlide" Target="/ppt/notesSlides/notesSlide42.xml" Id="R94870dfdbe4346f0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9419ea1d7f64541"/><Relationship Type="http://schemas.openxmlformats.org/officeDocument/2006/relationships/slide" Target="slide2.xml" Id="R6b982906c0274026"/><Relationship Type="http://schemas.openxmlformats.org/officeDocument/2006/relationships/notesSlide" Target="/ppt/notesSlides/notesSlide43.xml" Id="R6ae38995727e4495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59fc00f8feb433c"/><Relationship Type="http://schemas.openxmlformats.org/officeDocument/2006/relationships/slide" Target="slide2.xml" Id="Rcb69e3b823954baa"/><Relationship Type="http://schemas.openxmlformats.org/officeDocument/2006/relationships/notesSlide" Target="/ppt/notesSlides/notesSlide44.xml" Id="Rce5b028bd6794ad0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5e5bac112ca480a"/><Relationship Type="http://schemas.openxmlformats.org/officeDocument/2006/relationships/image" Target="/ppt/media/image28.png" Id="Rdd1ee26df73b4123"/><Relationship Type="http://schemas.openxmlformats.org/officeDocument/2006/relationships/slide" Target="slide2.xml" Id="Rc381e8e3664f40ab"/><Relationship Type="http://schemas.openxmlformats.org/officeDocument/2006/relationships/notesSlide" Target="/ppt/notesSlides/notesSlide45.xml" Id="R149e0b254c16411e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88dc1d9201487f"/><Relationship Type="http://schemas.openxmlformats.org/officeDocument/2006/relationships/slide" Target="slide2.xml" Id="Rb7ae45efb27448a0"/><Relationship Type="http://schemas.openxmlformats.org/officeDocument/2006/relationships/notesSlide" Target="/ppt/notesSlides/notesSlide46.xml" Id="R557f15464ca142b4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f8daa1821fc40b6"/><Relationship Type="http://schemas.openxmlformats.org/officeDocument/2006/relationships/slide" Target="slide2.xml" Id="R2ad788550ac54cb1"/><Relationship Type="http://schemas.openxmlformats.org/officeDocument/2006/relationships/notesSlide" Target="/ppt/notesSlides/notesSlide47.xml" Id="Red8aad2bed144362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2e547760834fac"/><Relationship Type="http://schemas.openxmlformats.org/officeDocument/2006/relationships/slide" Target="slide2.xml" Id="R496e215e6f694943"/><Relationship Type="http://schemas.openxmlformats.org/officeDocument/2006/relationships/notesSlide" Target="/ppt/notesSlides/notesSlide48.xml" Id="Rd91cca664d74423a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882bae2af1a48c7"/><Relationship Type="http://schemas.openxmlformats.org/officeDocument/2006/relationships/slide" Target="slide2.xml" Id="R276c4dde649e4e4d"/><Relationship Type="http://schemas.openxmlformats.org/officeDocument/2006/relationships/notesSlide" Target="/ppt/notesSlides/notesSlide49.xml" Id="R27dd13da54f14a4a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6f172723baf4600"/><Relationship Type="http://schemas.openxmlformats.org/officeDocument/2006/relationships/slide" Target="slide2.xml" Id="R8cdf5ba7fd924796"/><Relationship Type="http://schemas.openxmlformats.org/officeDocument/2006/relationships/notesSlide" Target="/ppt/notesSlides/notesSlide50.xml" Id="R1f849022e47c4d3b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103f7fddca444f"/><Relationship Type="http://schemas.openxmlformats.org/officeDocument/2006/relationships/slide" Target="slide2.xml" Id="R436c762ded534717"/><Relationship Type="http://schemas.openxmlformats.org/officeDocument/2006/relationships/notesSlide" Target="/ppt/notesSlides/notesSlide51.xml" Id="R384dfde4bd504197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f892f58c3034d47"/><Relationship Type="http://schemas.openxmlformats.org/officeDocument/2006/relationships/slide" Target="slide2.xml" Id="R575ea5e10cd94bb4"/><Relationship Type="http://schemas.openxmlformats.org/officeDocument/2006/relationships/notesSlide" Target="/ppt/notesSlides/notesSlide52.xml" Id="R299ac78677c1491b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7f075da36e4175"/><Relationship Type="http://schemas.openxmlformats.org/officeDocument/2006/relationships/slide" Target="slide2.xml" Id="Rc4eaad7399a84b45"/><Relationship Type="http://schemas.openxmlformats.org/officeDocument/2006/relationships/notesSlide" Target="/ppt/notesSlides/notesSlide53.xml" Id="Rb1af16959ed44b14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bf6c70c50e84042"/><Relationship Type="http://schemas.openxmlformats.org/officeDocument/2006/relationships/slide" Target="slide2.xml" Id="R6e687ddc7ea24705"/><Relationship Type="http://schemas.openxmlformats.org/officeDocument/2006/relationships/notesSlide" Target="/ppt/notesSlides/notesSlide54.xml" Id="R888a34ba126a452d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c191eb9d66241c5"/><Relationship Type="http://schemas.openxmlformats.org/officeDocument/2006/relationships/slide" Target="slide2.xml" Id="R4a2c7d7a1c7e4d13"/><Relationship Type="http://schemas.openxmlformats.org/officeDocument/2006/relationships/notesSlide" Target="/ppt/notesSlides/notesSlide55.xml" Id="R3f70683e422c4af8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a5ff3abc194571"/><Relationship Type="http://schemas.openxmlformats.org/officeDocument/2006/relationships/slide" Target="slide2.xml" Id="R8bbfd6939ca6487a"/><Relationship Type="http://schemas.openxmlformats.org/officeDocument/2006/relationships/notesSlide" Target="/ppt/notesSlides/notesSlide56.xml" Id="Re161365eb0b340e7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b9b709edb74ff2"/><Relationship Type="http://schemas.openxmlformats.org/officeDocument/2006/relationships/slide" Target="slide2.xml" Id="R9c5794435062447d"/><Relationship Type="http://schemas.openxmlformats.org/officeDocument/2006/relationships/notesSlide" Target="/ppt/notesSlides/notesSlide57.xml" Id="Rfd05f72cd0ff43c1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c0fc9aa7e724c40"/><Relationship Type="http://schemas.openxmlformats.org/officeDocument/2006/relationships/slide" Target="slide2.xml" Id="Rdc4fcd8c1c094786"/><Relationship Type="http://schemas.openxmlformats.org/officeDocument/2006/relationships/notesSlide" Target="/ppt/notesSlides/notesSlide58.xml" Id="R0bfe930680e24407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7a2efe967404919"/><Relationship Type="http://schemas.openxmlformats.org/officeDocument/2006/relationships/slide" Target="slide2.xml" Id="R103ffc2f55ac49e1"/><Relationship Type="http://schemas.openxmlformats.org/officeDocument/2006/relationships/notesSlide" Target="/ppt/notesSlides/notesSlide59.xml" Id="R7bfdd39a41f14622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e3d552ede9a4131"/><Relationship Type="http://schemas.openxmlformats.org/officeDocument/2006/relationships/slide" Target="slide2.xml" Id="R47cf7e286d7341c3"/><Relationship Type="http://schemas.openxmlformats.org/officeDocument/2006/relationships/notesSlide" Target="/ppt/notesSlides/notesSlide60.xml" Id="Rb8633ed8a218444e"/></Relationships>
</file>

<file path=ppt/slides/_rels/slide6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f801562d4cb425f"/><Relationship Type="http://schemas.openxmlformats.org/officeDocument/2006/relationships/slide" Target="slide2.xml" Id="R6ed3d4d7ad104b36"/><Relationship Type="http://schemas.openxmlformats.org/officeDocument/2006/relationships/notesSlide" Target="/ppt/notesSlides/notesSlide61.xml" Id="Rc0533d71fcb648ec"/></Relationships>
</file>

<file path=ppt/slides/_rels/slide6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fff2d04a057498c"/><Relationship Type="http://schemas.openxmlformats.org/officeDocument/2006/relationships/slide" Target="slide2.xml" Id="R4ec825bfd6434cc4"/><Relationship Type="http://schemas.openxmlformats.org/officeDocument/2006/relationships/notesSlide" Target="/ppt/notesSlides/notesSlide62.xml" Id="Rafb3bb1883214e2f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45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7C0940A-5862-42B4-9225-8CCA2F8C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144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תבניות וחבילות חתימה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ABD54E-3296-4680-A527-2262D19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6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מדריך מצולם, מהקמת התבנית ועד המסמך החתום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984CD6-EC51-4E70-9B63-BBB7EC10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4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400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דוגמה מלאה: שוכר, משכיר ועורך דין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4BDDE4-F7D4-479E-8F31-A77BA980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75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575" b="0">
                <a:solidFill>
                  <a:srgbClr val="DCE7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CE7F5"/>
                </a:solidFill>
                <a:latin typeface="Arial"/>
                <a:ea typeface="Arial"/>
                <a:cs typeface="Arial"/>
              </a:rPr>
              <a:t>Melamedia · אוקטובר 2026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8749385-8059-4AFA-B3CB-58CB105030CD}"/>
              </a:ext>
            </a:extLst>
            <a:hlinkClick xmlns:r="http://schemas.openxmlformats.org/officeDocument/2006/relationships" xmlns:a="http://schemas.openxmlformats.org/drawingml/2006/main" r:id="R0bcf9a261a544a6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1505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פתיחת 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258558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5">
            <a:extLst xmlns:a="http://schemas.openxmlformats.org/drawingml/2006/main">
              <a:ext uri="{FF2B5EF4-FFF2-40B4-BE49-F238E27FC236}">
                <a16:creationId xmlns:a16="http://schemas.microsoft.com/office/drawing/2014/main" id="{118CED54-92BE-4010-93E3-F9D8B811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A7964CF9-78CB-45B9-941A-3754E9A5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לחיצה על שם פרק פותחת אותו. בכל שקופית יש קישור חזרה לכאן.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6CE5EE87-BA70-48EC-AAAF-8DF6CE1AF3C4}"/>
              </a:ext>
            </a:extLst>
            <a:hlinkClick xmlns:r="http://schemas.openxmlformats.org/officeDocument/2006/relationships" xmlns:a="http://schemas.openxmlformats.org/drawingml/2006/main" r:id="R51da60d3db7849b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9547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הקמת תבנית ותפקידי החותמים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AAC5B-0806-444E-8EDD-585443F3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76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8">
            <a:extLst xmlns:a="http://schemas.openxmlformats.org/drawingml/2006/main">
              <a:ext uri="{FF2B5EF4-FFF2-40B4-BE49-F238E27FC236}">
                <a16:creationId xmlns:a16="http://schemas.microsoft.com/office/drawing/2014/main" id="{03EBE0CF-D6C6-4820-BAC6-11A3A29B6E22}"/>
              </a:ext>
            </a:extLst>
            <a:hlinkClick xmlns:r="http://schemas.openxmlformats.org/officeDocument/2006/relationships" xmlns:a="http://schemas.openxmlformats.org/drawingml/2006/main" r:id="Re80d4e5842ba4d3c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העלאת מסמכים ומיקום השדות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E0C37-4029-4A13-AEDD-49CB9D15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861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7" name="text-9">
            <a:extLst xmlns:a="http://schemas.openxmlformats.org/drawingml/2006/main">
              <a:ext uri="{FF2B5EF4-FFF2-40B4-BE49-F238E27FC236}">
                <a16:creationId xmlns:a16="http://schemas.microsoft.com/office/drawing/2014/main" id="{C89DBA9F-E4B5-41C3-B8A2-86BB572339EE}"/>
              </a:ext>
            </a:extLst>
            <a:hlinkClick xmlns:r="http://schemas.openxmlformats.org/officeDocument/2006/relationships" xmlns:a="http://schemas.openxmlformats.org/drawingml/2006/main" r:id="Ra4565d1fce61471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1477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בחירת אנשים והכנת השליחה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1CCC9-5F1E-4E9A-86D4-8B0EF26C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958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9" name="text-10">
            <a:extLst xmlns:a="http://schemas.openxmlformats.org/drawingml/2006/main">
              <a:ext uri="{FF2B5EF4-FFF2-40B4-BE49-F238E27FC236}">
                <a16:creationId xmlns:a16="http://schemas.microsoft.com/office/drawing/2014/main" id="{50F55FBF-275E-49BE-B6AA-C8D0C777046D}"/>
              </a:ext>
            </a:extLst>
            <a:hlinkClick xmlns:r="http://schemas.openxmlformats.org/officeDocument/2006/relationships" xmlns:a="http://schemas.openxmlformats.org/drawingml/2006/main" r:id="R58b364aa6bc24f6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2442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התהליך של החותם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C464C-01FF-487A-A07F-3CBCB5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054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248B69A-3344-4EEE-B829-12F86FA06A7C}"/>
              </a:ext>
            </a:extLst>
            <a:hlinkClick xmlns:r="http://schemas.openxmlformats.org/officeDocument/2006/relationships" xmlns:a="http://schemas.openxmlformats.org/drawingml/2006/main" r:id="R647c231429de476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5. מעקב, תזכורות ופעולות מרוכזות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CBC46-0203-47FC-AAD0-6A7C2101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D46A7AF-5501-4938-B534-EBED0169A7E8}"/>
              </a:ext>
            </a:extLst>
            <a:hlinkClick xmlns:r="http://schemas.openxmlformats.org/officeDocument/2006/relationships" xmlns:a="http://schemas.openxmlformats.org/drawingml/2006/main" r:id="R7fc68955c36442c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6. תיקונים, פניות וגרסאות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2FA5A-E7CD-4C22-B5B1-D2CBFD3A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5" name="text-13">
            <a:extLst xmlns:a="http://schemas.openxmlformats.org/drawingml/2006/main">
              <a:ext uri="{FF2B5EF4-FFF2-40B4-BE49-F238E27FC236}">
                <a16:creationId xmlns:a16="http://schemas.microsoft.com/office/drawing/2014/main" id="{50ECFFAE-5EB0-49ED-B977-30BC9AD1C717}"/>
              </a:ext>
            </a:extLst>
            <a:hlinkClick xmlns:r="http://schemas.openxmlformats.org/officeDocument/2006/relationships" xmlns:a="http://schemas.openxmlformats.org/drawingml/2006/main" r:id="R6e97b0a189af4d6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7. מפתח הכפתורים וההגדרות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4D4A8-7ADE-4758-9025-F4C58734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7" name="text-14">
            <a:extLst xmlns:a="http://schemas.openxmlformats.org/drawingml/2006/main">
              <a:ext uri="{FF2B5EF4-FFF2-40B4-BE49-F238E27FC236}">
                <a16:creationId xmlns:a16="http://schemas.microsoft.com/office/drawing/2014/main" id="{08427E0B-B2C5-40BF-8C4A-DD83EC00E485}"/>
              </a:ext>
            </a:extLst>
            <a:hlinkClick xmlns:r="http://schemas.openxmlformats.org/officeDocument/2006/relationships" xmlns:a="http://schemas.openxmlformats.org/drawingml/2006/main" r:id="R33e006efbbba49f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5086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2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8. שאלות נפוצות ובדיקה לפני שליחה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7C18C-B059-4991-B256-7608AEB4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2CB95-1FE6-4F6B-8B67-BD99FBC7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20" name="text-15">
            <a:extLst xmlns:a="http://schemas.openxmlformats.org/drawingml/2006/main">
              <a:ext uri="{FF2B5EF4-FFF2-40B4-BE49-F238E27FC236}">
                <a16:creationId xmlns:a16="http://schemas.microsoft.com/office/drawing/2014/main" id="{04BF8220-F17A-44BB-B517-2060BFD6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02</a:t>
            </a:r>
          </a:p>
        </p:txBody>
      </p:sp>
    </p:spTree>
    <p:extLst>
      <p:ext uri="{BB962C8B-B14F-4D97-AF65-F5344CB8AC3E}">
        <p14:creationId xmlns:p14="http://schemas.microsoft.com/office/powerpoint/2010/main" val="1388368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6F78FAEB-2BBD-489D-8A89-98EDD4D4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הדוגמה שנבנה יחד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72C68-C0F7-442E-981A-AFD7FFDBAF9F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נכין?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הפרט בדוגמה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מסמכי המקור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הסכם שכירות ונספח מסירת דירה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שלב ראשון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נועה השוכרת ואורי המשכיר, במקביל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שלב שני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דנה עורכת הדין, אחרי ששניהם סיימו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מיקומי החתימה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מקום לכל תפקיד בכל אחד משני המסמכים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17">
            <a:extLst xmlns:a="http://schemas.openxmlformats.org/drawingml/2006/main">
              <a:ext uri="{FF2B5EF4-FFF2-40B4-BE49-F238E27FC236}">
                <a16:creationId xmlns:a16="http://schemas.microsoft.com/office/drawing/2014/main" id="{A448A020-C695-447C-A34E-BFD6C51D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השמות והמסמכים בדויים. צילומי המשרד הם מסביבת QA. צילומי החתימה הם הדגמה מקומית ללא משלוח אמיתי. הדוגמה אינה נוסח משפטי לשימוש.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72883-3B23-4CB6-82DE-0702360C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237AAE7A-B56D-4A69-8C77-9B17AE90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03</a:t>
            </a:r>
          </a:p>
        </p:txBody>
      </p:sp>
      <p:sp>
        <p:nvSpPr>
          <p:cNvPr id="6" name="text-19">
            <a:extLst xmlns:a="http://schemas.openxmlformats.org/drawingml/2006/main">
              <a:ext uri="{FF2B5EF4-FFF2-40B4-BE49-F238E27FC236}">
                <a16:creationId xmlns:a16="http://schemas.microsoft.com/office/drawing/2014/main" id="{43E1A02B-9A2B-431A-A9AD-B1A928AB01BD}"/>
              </a:ext>
            </a:extLst>
            <a:hlinkClick xmlns:r="http://schemas.openxmlformats.org/officeDocument/2006/relationships" xmlns:a="http://schemas.openxmlformats.org/drawingml/2006/main" r:id="R74d630d6fd3545f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048344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0">
            <a:extLst xmlns:a="http://schemas.openxmlformats.org/drawingml/2006/main">
              <a:ext uri="{FF2B5EF4-FFF2-40B4-BE49-F238E27FC236}">
                <a16:creationId xmlns:a16="http://schemas.microsoft.com/office/drawing/2014/main" id="{3FF4383D-831B-4350-8CB6-CEC1858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תבנית, תפקיד, אדם וחבילה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6F224-E3C4-48B3-9853-7384BB208020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המשמעות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המושג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הכנה לשימוש חוזר: קבצים, שדות, תפקידים וסדר חתימה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תבנית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מי נחוץ לתהליך, למשל שוכר או משכיר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תפקיד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מי יחתום בפועל, למשל נועה ישראלי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אדם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הבקשה המסוימת: אנשים ונתונים, עם כל המסמכים שלהם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חבילה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קבוצה של חבילות שנוצרו יחד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שליחה מרוכזת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179E5773-D7A0-4B18-BBE6-A9920E1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״תבניות חתימה״: הכנת התבניות והשימוש בהן. ״ניהול שליחות״: מעקב ופעולות אחרי השליחה, כולל שליחות קודמות. אין עוד מעקב כפול במסך התבניות.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719F3-52C1-4A04-A06E-6731B0BA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3BA3557A-23B5-4B07-920C-AF027C68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04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8E44FEAA-03B4-43B5-8E95-B03999C6D0A9}"/>
              </a:ext>
            </a:extLst>
            <a:hlinkClick xmlns:r="http://schemas.openxmlformats.org/officeDocument/2006/relationships" xmlns:a="http://schemas.openxmlformats.org/drawingml/2006/main" r:id="Rba934c10d69948f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520184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4">
            <a:extLst xmlns:a="http://schemas.openxmlformats.org/drawingml/2006/main">
              <a:ext uri="{FF2B5EF4-FFF2-40B4-BE49-F238E27FC236}">
                <a16:creationId xmlns:a16="http://schemas.microsoft.com/office/drawing/2014/main" id="{D936BA8B-3264-4518-B608-859C0B1F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התחלה בתבנית חדשה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A08F0-9257-4602-A935-57116F0572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9903e5c1f4a2a"/>
          <a:stretch xmlns:a="http://schemas.openxmlformats.org/drawingml/2006/main"/>
        </p:blipFill>
        <p:spPr>
          <a:xfrm xmlns:a="http://schemas.openxmlformats.org/drawingml/2006/main">
            <a:off x="609600" y="1692502"/>
            <a:ext cx="5791200" cy="3834946"/>
          </a:xfrm>
          <a:prstGeom xmlns:a="http://schemas.openxmlformats.org/drawingml/2006/main" prst="rect">
            <a:avLst/>
          </a:prstGeom>
        </p:spPr>
      </p:pic>
      <p:sp>
        <p:nvSpPr>
          <p:cNvPr id="3" name="text-25">
            <a:extLst xmlns:a="http://schemas.openxmlformats.org/drawingml/2006/main">
              <a:ext uri="{FF2B5EF4-FFF2-40B4-BE49-F238E27FC236}">
                <a16:creationId xmlns:a16="http://schemas.microsoft.com/office/drawing/2014/main" id="{5E50B1BF-701C-42B2-8354-125712F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26">
            <a:extLst xmlns:a="http://schemas.openxmlformats.org/drawingml/2006/main">
              <a:ext uri="{FF2B5EF4-FFF2-40B4-BE49-F238E27FC236}">
                <a16:creationId xmlns:a16="http://schemas.microsoft.com/office/drawing/2014/main" id="{BC42ECF9-081F-47F1-AA37-43FF7FC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איפה מתחילים?</a:t>
            </a:r>
          </a:p>
        </p:txBody>
      </p:sp>
      <p:sp>
        <p:nvSpPr>
          <p:cNvPr id="5" name="text-27">
            <a:extLst xmlns:a="http://schemas.openxmlformats.org/drawingml/2006/main">
              <a:ext uri="{FF2B5EF4-FFF2-40B4-BE49-F238E27FC236}">
                <a16:creationId xmlns:a16="http://schemas.microsoft.com/office/drawing/2014/main" id="{EAE74388-9F7F-4AB7-B854-06656CC9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באזור המשרד פותחים מסמכים לחתימה, ואז ״תבניות חתימה״.</a:t>
            </a:r>
          </a:p>
        </p:txBody>
      </p:sp>
      <p:sp>
        <p:nvSpPr>
          <p:cNvPr id="6" name="text-28">
            <a:extLst xmlns:a="http://schemas.openxmlformats.org/drawingml/2006/main">
              <a:ext uri="{FF2B5EF4-FFF2-40B4-BE49-F238E27FC236}">
                <a16:creationId xmlns:a16="http://schemas.microsoft.com/office/drawing/2014/main" id="{A507253D-816B-435A-8588-1451578D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על מה לוחצים?</a:t>
            </a:r>
          </a:p>
        </p:txBody>
      </p:sp>
      <p:sp>
        <p:nvSpPr>
          <p:cNvPr id="7" name="text-29">
            <a:extLst xmlns:a="http://schemas.openxmlformats.org/drawingml/2006/main">
              <a:ext uri="{FF2B5EF4-FFF2-40B4-BE49-F238E27FC236}">
                <a16:creationId xmlns:a16="http://schemas.microsoft.com/office/drawing/2014/main" id="{4C918828-E963-4FA1-9BEF-6EAC8780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על ״תבנית חדשה״.</a:t>
            </a:r>
          </a:p>
        </p:txBody>
      </p:sp>
      <p:sp>
        <p:nvSpPr>
          <p:cNvPr id="8" name="text-30">
            <a:extLst xmlns:a="http://schemas.openxmlformats.org/drawingml/2006/main">
              <a:ext uri="{FF2B5EF4-FFF2-40B4-BE49-F238E27FC236}">
                <a16:creationId xmlns:a16="http://schemas.microsoft.com/office/drawing/2014/main" id="{FEC0F61D-19BE-4580-B4FF-FCD4B77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23501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נפתח?</a:t>
            </a:r>
          </a:p>
        </p:txBody>
      </p:sp>
      <p:sp>
        <p:nvSpPr>
          <p:cNvPr id="9" name="text-31">
            <a:extLst xmlns:a="http://schemas.openxmlformats.org/drawingml/2006/main">
              <a:ext uri="{FF2B5EF4-FFF2-40B4-BE49-F238E27FC236}">
                <a16:creationId xmlns:a16="http://schemas.microsoft.com/office/drawing/2014/main" id="{0B431117-B445-42D5-9A2C-724A574F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88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עורך התבנית עם שלושה שלבים: שם וחותמים, מסמכים ושדות, בדיקה ושמירה.</a:t>
            </a:r>
          </a:p>
        </p:txBody>
      </p:sp>
      <p:sp>
        <p:nvSpPr>
          <p:cNvPr id="10" name="text-32">
            <a:extLst xmlns:a="http://schemas.openxmlformats.org/drawingml/2006/main">
              <a:ext uri="{FF2B5EF4-FFF2-40B4-BE49-F238E27FC236}">
                <a16:creationId xmlns:a16="http://schemas.microsoft.com/office/drawing/2014/main" id="{BDFD395B-38AF-427E-9CF7-93A818A2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עדיין לא בוחרים נמענים ולא שולחים הודעה.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7998C-5FE6-4A15-820E-715227FA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3">
            <a:extLst xmlns:a="http://schemas.openxmlformats.org/drawingml/2006/main">
              <a:ext uri="{FF2B5EF4-FFF2-40B4-BE49-F238E27FC236}">
                <a16:creationId xmlns:a16="http://schemas.microsoft.com/office/drawing/2014/main" id="{35FFBD73-0B71-42F8-8875-E6985F8E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05</a:t>
            </a:r>
          </a:p>
        </p:txBody>
      </p:sp>
      <p:sp>
        <p:nvSpPr>
          <p:cNvPr id="13" name="text-34">
            <a:extLst xmlns:a="http://schemas.openxmlformats.org/drawingml/2006/main">
              <a:ext uri="{FF2B5EF4-FFF2-40B4-BE49-F238E27FC236}">
                <a16:creationId xmlns:a16="http://schemas.microsoft.com/office/drawing/2014/main" id="{8A47EB68-0F5C-4D45-941B-9141FCFA7F22}"/>
              </a:ext>
            </a:extLst>
            <a:hlinkClick xmlns:r="http://schemas.openxmlformats.org/officeDocument/2006/relationships" xmlns:a="http://schemas.openxmlformats.org/drawingml/2006/main" r:id="R86791b368b6e466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772603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5">
            <a:extLst xmlns:a="http://schemas.openxmlformats.org/drawingml/2006/main">
              <a:ext uri="{FF2B5EF4-FFF2-40B4-BE49-F238E27FC236}">
                <a16:creationId xmlns:a16="http://schemas.microsoft.com/office/drawing/2014/main" id="{0A0B32DC-9E79-4508-B1D6-C10B5B3D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שם ברור לתבנית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5631B-7B60-40FD-BBC1-DED36F97A9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3014dbb734a66"/>
          <a:stretch xmlns:a="http://schemas.openxmlformats.org/drawingml/2006/main"/>
        </p:blipFill>
        <p:spPr>
          <a:xfrm xmlns:a="http://schemas.openxmlformats.org/drawingml/2006/main">
            <a:off x="1006823" y="1304925"/>
            <a:ext cx="4996754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A66E5B5E-1337-4FA1-8460-36829E4B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37">
            <a:extLst xmlns:a="http://schemas.openxmlformats.org/drawingml/2006/main">
              <a:ext uri="{FF2B5EF4-FFF2-40B4-BE49-F238E27FC236}">
                <a16:creationId xmlns:a16="http://schemas.microsoft.com/office/drawing/2014/main" id="{50A339BD-87D3-432C-96BB-2A9EFE87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ממלאים?</a:t>
            </a:r>
          </a:p>
        </p:txBody>
      </p:sp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FD445BD6-C01D-4185-9F54-C15C12B5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שם התבנית: ״הסכם שכירות - שוכר, משכיר ועורך דין״.</a:t>
            </a:r>
          </a:p>
        </p:txBody>
      </p:sp>
      <p:sp>
        <p:nvSpPr>
          <p:cNvPr id="6" name="text-39">
            <a:extLst xmlns:a="http://schemas.openxmlformats.org/drawingml/2006/main">
              <a:ext uri="{FF2B5EF4-FFF2-40B4-BE49-F238E27FC236}">
                <a16:creationId xmlns:a16="http://schemas.microsoft.com/office/drawing/2014/main" id="{51FEB049-E276-48C1-93E3-A761B84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השם עושה?</a:t>
            </a:r>
          </a:p>
        </p:txBody>
      </p:sp>
      <p:sp>
        <p:nvSpPr>
          <p:cNvPr id="7" name="text-40">
            <a:extLst xmlns:a="http://schemas.openxmlformats.org/drawingml/2006/main">
              <a:ext uri="{FF2B5EF4-FFF2-40B4-BE49-F238E27FC236}">
                <a16:creationId xmlns:a16="http://schemas.microsoft.com/office/drawing/2014/main" id="{F451F430-6B8E-44EC-8BDD-6593D720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עוזר לצוות למצוא את התבנית הנכונה בשליחה הבאה.</a:t>
            </a:r>
          </a:p>
        </p:txBody>
      </p:sp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F8E74484-E150-425D-9021-64BC07B3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איפה האנשים?</a:t>
            </a:r>
          </a:p>
        </p:txBody>
      </p:sp>
      <p:sp>
        <p:nvSpPr>
          <p:cNvPr id="9" name="text-42">
            <a:extLst xmlns:a="http://schemas.openxmlformats.org/drawingml/2006/main">
              <a:ext uri="{FF2B5EF4-FFF2-40B4-BE49-F238E27FC236}">
                <a16:creationId xmlns:a16="http://schemas.microsoft.com/office/drawing/2014/main" id="{A7CC7DD3-93DF-4F2E-AB11-C6F793BA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את נועה, אורי ודנה נבחר רק בזמן הכנת השליחה. כאן מגדירים את סוגי החותמים.</a:t>
            </a:r>
          </a:p>
        </p:txBody>
      </p:sp>
      <p:sp>
        <p:nvSpPr>
          <p:cNvPr id="10" name="text-43">
            <a:extLst xmlns:a="http://schemas.openxmlformats.org/drawingml/2006/main">
              <a:ext uri="{FF2B5EF4-FFF2-40B4-BE49-F238E27FC236}">
                <a16:creationId xmlns:a16="http://schemas.microsoft.com/office/drawing/2014/main" id="{BE44E048-1777-4968-9AE4-92417E02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שם התפקיד מתאר מי צריך לחתום. הוא אינו שם של אדם.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EDBFA-3EBD-4FE7-9C5D-7C3CA3B7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44">
            <a:extLst xmlns:a="http://schemas.openxmlformats.org/drawingml/2006/main">
              <a:ext uri="{FF2B5EF4-FFF2-40B4-BE49-F238E27FC236}">
                <a16:creationId xmlns:a16="http://schemas.microsoft.com/office/drawing/2014/main" id="{6BBA43A3-32CA-4008-810C-EF267623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06</a:t>
            </a:r>
          </a:p>
        </p:txBody>
      </p:sp>
      <p:sp>
        <p:nvSpPr>
          <p:cNvPr id="13" name="text-45">
            <a:extLst xmlns:a="http://schemas.openxmlformats.org/drawingml/2006/main">
              <a:ext uri="{FF2B5EF4-FFF2-40B4-BE49-F238E27FC236}">
                <a16:creationId xmlns:a16="http://schemas.microsoft.com/office/drawing/2014/main" id="{99B5DD99-2750-472A-9B06-188D34773195}"/>
              </a:ext>
            </a:extLst>
            <a:hlinkClick xmlns:r="http://schemas.openxmlformats.org/officeDocument/2006/relationships" xmlns:a="http://schemas.openxmlformats.org/drawingml/2006/main" r:id="R8cc7abe3be324d6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693020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6">
            <a:extLst xmlns:a="http://schemas.openxmlformats.org/drawingml/2006/main">
              <a:ext uri="{FF2B5EF4-FFF2-40B4-BE49-F238E27FC236}">
                <a16:creationId xmlns:a16="http://schemas.microsoft.com/office/drawing/2014/main" id="{5EA631F8-6C90-4C15-B454-D7D0E73B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שלושה תפקידים בדוגמת השכירות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A9A39-6B7F-4778-8E2E-B3540A45A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47d465646401f"/>
          <a:stretch xmlns:a="http://schemas.openxmlformats.org/drawingml/2006/main"/>
        </p:blipFill>
        <p:spPr>
          <a:xfrm xmlns:a="http://schemas.openxmlformats.org/drawingml/2006/main">
            <a:off x="1292352" y="1304925"/>
            <a:ext cx="4425696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47">
            <a:extLst xmlns:a="http://schemas.openxmlformats.org/drawingml/2006/main">
              <a:ext uri="{FF2B5EF4-FFF2-40B4-BE49-F238E27FC236}">
                <a16:creationId xmlns:a16="http://schemas.microsoft.com/office/drawing/2014/main" id="{04A80AAE-BB69-40C3-BC62-5198AC4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7DCF79D2-EE81-4E15-85F7-23154989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התפקידים</a:t>
            </a:r>
          </a:p>
        </p:txBody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CFC12399-21D0-49A8-837E-FCD2F93B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שוכר, משכיר ועורך דין. מוסיפים תפקיד באמצעות ״הוספת חותם״.</a:t>
            </a:r>
          </a:p>
        </p:txBody>
      </p:sp>
      <p:sp>
        <p:nvSpPr>
          <p:cNvPr id="6" name="text-50">
            <a:extLst xmlns:a="http://schemas.openxmlformats.org/drawingml/2006/main">
              <a:ext uri="{FF2B5EF4-FFF2-40B4-BE49-F238E27FC236}">
                <a16:creationId xmlns:a16="http://schemas.microsoft.com/office/drawing/2014/main" id="{6C35FBCC-D36B-4622-BA02-75D5DE4A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השוכר והמשכיר</a:t>
            </a:r>
          </a:p>
        </p:txBody>
      </p:sp>
      <p:sp>
        <p:nvSpPr>
          <p:cNvPr id="7" name="text-51">
            <a:extLst xmlns:a="http://schemas.openxmlformats.org/drawingml/2006/main">
              <a:ext uri="{FF2B5EF4-FFF2-40B4-BE49-F238E27FC236}">
                <a16:creationId xmlns:a16="http://schemas.microsoft.com/office/drawing/2014/main" id="{64CC68E8-0678-4FFD-B55C-42F2BA33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״אדם אחר בכל חבילה״. בכל עסקת שכירות אלה יכולים להיות אנשים אחרים.</a:t>
            </a:r>
          </a:p>
        </p:txBody>
      </p:sp>
      <p:sp>
        <p:nvSpPr>
          <p:cNvPr id="8" name="text-52">
            <a:extLst xmlns:a="http://schemas.openxmlformats.org/drawingml/2006/main">
              <a:ext uri="{FF2B5EF4-FFF2-40B4-BE49-F238E27FC236}">
                <a16:creationId xmlns:a16="http://schemas.microsoft.com/office/drawing/2014/main" id="{4A8F6F9B-210C-4B2C-A60E-69720070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עורך הדין</a:t>
            </a:r>
          </a:p>
        </p:txBody>
      </p:sp>
      <p:sp>
        <p:nvSpPr>
          <p:cNvPr id="9" name="text-53">
            <a:extLst xmlns:a="http://schemas.openxmlformats.org/drawingml/2006/main">
              <a:ext uri="{FF2B5EF4-FFF2-40B4-BE49-F238E27FC236}">
                <a16:creationId xmlns:a16="http://schemas.microsoft.com/office/drawing/2014/main" id="{975B28B5-8428-4AD3-BC80-82805B6B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״אותו אדם בכל החבילות״, כשאותה עורכת דין מטפלת בכל העסקאות בשליחה.</a:t>
            </a:r>
          </a:p>
        </p:txBody>
      </p:sp>
      <p:sp>
        <p:nvSpPr>
          <p:cNvPr id="10" name="text-54">
            <a:extLst xmlns:a="http://schemas.openxmlformats.org/drawingml/2006/main">
              <a:ext uri="{FF2B5EF4-FFF2-40B4-BE49-F238E27FC236}">
                <a16:creationId xmlns:a16="http://schemas.microsoft.com/office/drawing/2014/main" id="{92BBBA6C-C5C5-46A8-A13C-3E2CBBB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כדי שאדם יחתום בשני PDFs, ממקמים עבור תפקידו שדות בשניהם.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A3312-733D-4A54-93B1-BC7F7841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55">
            <a:extLst xmlns:a="http://schemas.openxmlformats.org/drawingml/2006/main">
              <a:ext uri="{FF2B5EF4-FFF2-40B4-BE49-F238E27FC236}">
                <a16:creationId xmlns:a16="http://schemas.microsoft.com/office/drawing/2014/main" id="{66F73944-6E72-45D9-BB09-48EFD80F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07</a:t>
            </a:r>
          </a:p>
        </p:txBody>
      </p:sp>
      <p:sp>
        <p:nvSpPr>
          <p:cNvPr id="13" name="text-56">
            <a:extLst xmlns:a="http://schemas.openxmlformats.org/drawingml/2006/main">
              <a:ext uri="{FF2B5EF4-FFF2-40B4-BE49-F238E27FC236}">
                <a16:creationId xmlns:a16="http://schemas.microsoft.com/office/drawing/2014/main" id="{B4B01747-54B1-4323-ACE9-F60DDFC94B6F}"/>
              </a:ext>
            </a:extLst>
            <a:hlinkClick xmlns:r="http://schemas.openxmlformats.org/officeDocument/2006/relationships" xmlns:a="http://schemas.openxmlformats.org/drawingml/2006/main" r:id="Ra978b35bcc664b1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247722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143A3E90-BA01-494A-927B-BB5A6545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מי חותם אחרי מי?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54720-5C60-4408-BE1C-147C17018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7e7a0d6bb478d"/>
          <a:stretch xmlns:a="http://schemas.openxmlformats.org/drawingml/2006/main"/>
        </p:blipFill>
        <p:spPr>
          <a:xfrm xmlns:a="http://schemas.openxmlformats.org/drawingml/2006/main">
            <a:off x="1292352" y="1304925"/>
            <a:ext cx="4425696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D51660DF-DF99-4FF8-B5C8-136E7645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0180F853-F484-4EA1-A96E-F3179FAC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בחירת הסדר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FBABBCB6-19B7-43FF-93F6-5D63EA8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בוחרים ״חתימה בשלבים״.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EC151335-3988-4E1D-AA4A-111E4D19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1819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שלב 1</a:t>
            </a:r>
          </a:p>
        </p:txBody>
      </p:sp>
      <p:sp>
        <p:nvSpPr>
          <p:cNvPr id="7" name="text-62">
            <a:extLst xmlns:a="http://schemas.openxmlformats.org/drawingml/2006/main">
              <a:ext uri="{FF2B5EF4-FFF2-40B4-BE49-F238E27FC236}">
                <a16:creationId xmlns:a16="http://schemas.microsoft.com/office/drawing/2014/main" id="{4FF31BC1-7E00-4173-90BC-9BDC7A2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7201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השוכר והמשכיר נמצאים יחד בשלב 1. כל אחד יכול לחתום בלי להמתין לשני.</a:t>
            </a:r>
          </a:p>
        </p:txBody>
      </p:sp>
      <p:sp>
        <p:nvSpPr>
          <p:cNvPr id="8" name="text-63">
            <a:extLst xmlns:a="http://schemas.openxmlformats.org/drawingml/2006/main">
              <a:ext uri="{FF2B5EF4-FFF2-40B4-BE49-F238E27FC236}">
                <a16:creationId xmlns:a16="http://schemas.microsoft.com/office/drawing/2014/main" id="{AF594F67-DBB8-431D-908C-58016AD7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23501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שלב 2</a:t>
            </a:r>
          </a:p>
        </p:txBody>
      </p:sp>
      <p:sp>
        <p:nvSpPr>
          <p:cNvPr id="9" name="text-64">
            <a:extLst xmlns:a="http://schemas.openxmlformats.org/drawingml/2006/main">
              <a:ext uri="{FF2B5EF4-FFF2-40B4-BE49-F238E27FC236}">
                <a16:creationId xmlns:a16="http://schemas.microsoft.com/office/drawing/2014/main" id="{5B8E8A7B-548E-4F51-8554-7CABB8E1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88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עורך הדין נמצא בשלב 2. המשימות שלו נפתחות אחרי שכל החתימות הנדרשות בשלב 1 הושלמו.</a:t>
            </a:r>
          </a:p>
        </p:txBody>
      </p:sp>
      <p:sp>
        <p:nvSpPr>
          <p:cNvPr id="10" name="text-65">
            <a:extLst xmlns:a="http://schemas.openxmlformats.org/drawingml/2006/main">
              <a:ext uri="{FF2B5EF4-FFF2-40B4-BE49-F238E27FC236}">
                <a16:creationId xmlns:a16="http://schemas.microsoft.com/office/drawing/2014/main" id="{452DAE3F-48D4-46F8-AF7A-74105FF8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הסדר הוא החלטת המשרד. הדוגמה אינה מחייבת כל תבנית שכירות.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7EACA-1105-448F-88BB-604A3C86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66">
            <a:extLst xmlns:a="http://schemas.openxmlformats.org/drawingml/2006/main">
              <a:ext uri="{FF2B5EF4-FFF2-40B4-BE49-F238E27FC236}">
                <a16:creationId xmlns:a16="http://schemas.microsoft.com/office/drawing/2014/main" id="{DE71FA40-5028-40E7-9F2B-F63CD3BB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08</a:t>
            </a:r>
          </a:p>
        </p:txBody>
      </p:sp>
      <p:sp>
        <p:nvSpPr>
          <p:cNvPr id="13" name="text-67">
            <a:extLst xmlns:a="http://schemas.openxmlformats.org/drawingml/2006/main">
              <a:ext uri="{FF2B5EF4-FFF2-40B4-BE49-F238E27FC236}">
                <a16:creationId xmlns:a16="http://schemas.microsoft.com/office/drawing/2014/main" id="{79B31186-58B2-4F56-AEF5-FDA8826A6134}"/>
              </a:ext>
            </a:extLst>
            <a:hlinkClick xmlns:r="http://schemas.openxmlformats.org/officeDocument/2006/relationships" xmlns:a="http://schemas.openxmlformats.org/drawingml/2006/main" r:id="R62e0f8465de54bd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7401348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7D95814C-3105-4E8A-B067-D5FABE18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שלוש אפשרויות לסדר החתימה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AB800-4256-4E60-8428-2559240DAF73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216255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מתי זה מתאים?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איך זה עובד?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אפשרות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כשאין צורך להמתין לחותם אחר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כל התפקידים יכולים להתחיל יחד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כולם במקביל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כשכל תפקיד צריך לחכות לקודם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הסדר ברשימת התפקידים קובע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אחד אחרי השני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כשכמה חותמים פועלים יחד ואז אחרים ממשיכים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השלב הבא מחכה לכל הנדרשים בשלב הקודם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חתימה בשלבים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69">
            <a:extLst xmlns:a="http://schemas.openxmlformats.org/drawingml/2006/main">
              <a:ext uri="{FF2B5EF4-FFF2-40B4-BE49-F238E27FC236}">
                <a16:creationId xmlns:a16="http://schemas.microsoft.com/office/drawing/2014/main" id="{4DAF5C13-6158-4C63-A0B4-4B6AF489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להשתתפויות של אותו אדם בזמנים שונים מגדירים תפקידים או שלבים נפרדים. לא מחילים חתימה מראש על שלב עתידי.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FCDA6-4129-4B05-A8C1-54064D65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70">
            <a:extLst xmlns:a="http://schemas.openxmlformats.org/drawingml/2006/main">
              <a:ext uri="{FF2B5EF4-FFF2-40B4-BE49-F238E27FC236}">
                <a16:creationId xmlns:a16="http://schemas.microsoft.com/office/drawing/2014/main" id="{B3D730E3-3992-4CC2-AB6D-65E2FF02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09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8CB461E1-222A-4F60-AA5B-BF7176B1B8FE}"/>
              </a:ext>
            </a:extLst>
            <a:hlinkClick xmlns:r="http://schemas.openxmlformats.org/officeDocument/2006/relationships" xmlns:a="http://schemas.openxmlformats.org/drawingml/2006/main" r:id="R6761b7a90fd5488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6250544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72">
            <a:extLst xmlns:a="http://schemas.openxmlformats.org/drawingml/2006/main">
              <a:ext uri="{FF2B5EF4-FFF2-40B4-BE49-F238E27FC236}">
                <a16:creationId xmlns:a16="http://schemas.microsoft.com/office/drawing/2014/main" id="{ED0A26A5-B3F2-4FCA-A3C6-06A6A703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פירוש ״באיזה תפקיד חותמים?״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57B45-E0A9-4970-AF5D-482C8E19D3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2c3a9c0294c5d"/>
          <a:stretch xmlns:a="http://schemas.openxmlformats.org/drawingml/2006/main"/>
        </p:blipFill>
        <p:spPr>
          <a:xfrm xmlns:a="http://schemas.openxmlformats.org/drawingml/2006/main">
            <a:off x="609600" y="2037216"/>
            <a:ext cx="5791200" cy="3145518"/>
          </a:xfrm>
          <a:prstGeom xmlns:a="http://schemas.openxmlformats.org/drawingml/2006/main" prst="rect">
            <a:avLst/>
          </a:prstGeom>
        </p:spPr>
      </p:pic>
      <p:sp>
        <p:nvSpPr>
          <p:cNvPr id="3" name="text-73">
            <a:extLst xmlns:a="http://schemas.openxmlformats.org/drawingml/2006/main">
              <a:ext uri="{FF2B5EF4-FFF2-40B4-BE49-F238E27FC236}">
                <a16:creationId xmlns:a16="http://schemas.microsoft.com/office/drawing/2014/main" id="{CD23C2EB-DF9C-4CB8-B893-A64E287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74">
            <a:extLst xmlns:a="http://schemas.openxmlformats.org/drawingml/2006/main">
              <a:ext uri="{FF2B5EF4-FFF2-40B4-BE49-F238E27FC236}">
                <a16:creationId xmlns:a16="http://schemas.microsoft.com/office/drawing/2014/main" id="{84171744-65BF-426A-9B97-7EAB3BE8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בשם עצמי</a:t>
            </a:r>
          </a:p>
        </p:txBody>
      </p:sp>
      <p:sp>
        <p:nvSpPr>
          <p:cNvPr id="5" name="text-75">
            <a:extLst xmlns:a="http://schemas.openxmlformats.org/drawingml/2006/main">
              <a:ext uri="{FF2B5EF4-FFF2-40B4-BE49-F238E27FC236}">
                <a16:creationId xmlns:a16="http://schemas.microsoft.com/office/drawing/2014/main" id="{833ED1C6-28F3-41F7-A063-16F2029F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האדם חותם עבור עצמו. כך נגדיר את השוכר ואת המשכיר בדוגמה.</a:t>
            </a:r>
          </a:p>
        </p:txBody>
      </p:sp>
      <p:sp>
        <p:nvSpPr>
          <p:cNvPr id="6" name="text-76">
            <a:extLst xmlns:a="http://schemas.openxmlformats.org/drawingml/2006/main">
              <a:ext uri="{FF2B5EF4-FFF2-40B4-BE49-F238E27FC236}">
                <a16:creationId xmlns:a16="http://schemas.microsoft.com/office/drawing/2014/main" id="{A5CDA8F8-B5DE-4AFC-B4D2-F9813942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במסגרת תפקיד מקצועי</a:t>
            </a:r>
          </a:p>
        </p:txBody>
      </p:sp>
      <p:sp>
        <p:nvSpPr>
          <p:cNvPr id="7" name="text-77">
            <a:extLst xmlns:a="http://schemas.openxmlformats.org/drawingml/2006/main">
              <a:ext uri="{FF2B5EF4-FFF2-40B4-BE49-F238E27FC236}">
                <a16:creationId xmlns:a16="http://schemas.microsoft.com/office/drawing/2014/main" id="{DE2C67C7-71C2-439D-B076-E083EE00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האדם משתתף כאיש מקצוע. כך נגדיר את עורכת הדין בדוגמה.</a:t>
            </a:r>
          </a:p>
        </p:txBody>
      </p:sp>
      <p:sp>
        <p:nvSpPr>
          <p:cNvPr id="8" name="text-78">
            <a:extLst xmlns:a="http://schemas.openxmlformats.org/drawingml/2006/main">
              <a:ext uri="{FF2B5EF4-FFF2-40B4-BE49-F238E27FC236}">
                <a16:creationId xmlns:a16="http://schemas.microsoft.com/office/drawing/2014/main" id="{F29C807C-34A4-4493-8CFD-70757268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בשם אדם אחר או ארגון</a:t>
            </a:r>
          </a:p>
        </p:txBody>
      </p:sp>
      <p:sp>
        <p:nvSpPr>
          <p:cNvPr id="9" name="text-79">
            <a:extLst xmlns:a="http://schemas.openxmlformats.org/drawingml/2006/main">
              <a:ext uri="{FF2B5EF4-FFF2-40B4-BE49-F238E27FC236}">
                <a16:creationId xmlns:a16="http://schemas.microsoft.com/office/drawing/2014/main" id="{31C52A35-E871-4422-993E-2000C10A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האדם חותם כנציג. לפני השליחה מגדירים את מי הוא מייצג ואת הסמכות המתאימה.</a:t>
            </a:r>
          </a:p>
        </p:txBody>
      </p:sp>
      <p:sp>
        <p:nvSpPr>
          <p:cNvPr id="10" name="text-80">
            <a:extLst xmlns:a="http://schemas.openxmlformats.org/drawingml/2006/main">
              <a:ext uri="{FF2B5EF4-FFF2-40B4-BE49-F238E27FC236}">
                <a16:creationId xmlns:a16="http://schemas.microsoft.com/office/drawing/2014/main" id="{A55D7DAE-F23D-4777-A5F9-0A2DA86B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זו הגדרת כושר החתימה. היא אינה מעניקה הרשאות ניהול במערכת.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C46EB-A077-4039-9362-5F0F3F3B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81">
            <a:extLst xmlns:a="http://schemas.openxmlformats.org/drawingml/2006/main">
              <a:ext uri="{FF2B5EF4-FFF2-40B4-BE49-F238E27FC236}">
                <a16:creationId xmlns:a16="http://schemas.microsoft.com/office/drawing/2014/main" id="{927E56BF-C054-4EE4-BFF9-2B1EDDC9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10</a:t>
            </a:r>
          </a:p>
        </p:txBody>
      </p:sp>
      <p:sp>
        <p:nvSpPr>
          <p:cNvPr id="13" name="text-82">
            <a:extLst xmlns:a="http://schemas.openxmlformats.org/drawingml/2006/main">
              <a:ext uri="{FF2B5EF4-FFF2-40B4-BE49-F238E27FC236}">
                <a16:creationId xmlns:a16="http://schemas.microsoft.com/office/drawing/2014/main" id="{759CF26F-B3D6-4A3C-8769-F88A29FD3CBB}"/>
              </a:ext>
            </a:extLst>
            <a:hlinkClick xmlns:r="http://schemas.openxmlformats.org/officeDocument/2006/relationships" xmlns:a="http://schemas.openxmlformats.org/drawingml/2006/main" r:id="R9bc332a2fb8d4f7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5235199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83">
            <a:extLst xmlns:a="http://schemas.openxmlformats.org/drawingml/2006/main">
              <a:ext uri="{FF2B5EF4-FFF2-40B4-BE49-F238E27FC236}">
                <a16:creationId xmlns:a16="http://schemas.microsoft.com/office/drawing/2014/main" id="{E3ACEF2B-333D-49B4-A84E-774F0C3A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פירוש ״מספר החותמים בתפקיד״?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EB3DA-71FC-4552-99A8-32632587CC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6dbf9f7674374"/>
          <a:stretch xmlns:a="http://schemas.openxmlformats.org/drawingml/2006/main"/>
        </p:blipFill>
        <p:spPr>
          <a:xfrm xmlns:a="http://schemas.openxmlformats.org/drawingml/2006/main">
            <a:off x="609600" y="1735591"/>
            <a:ext cx="5791200" cy="3748768"/>
          </a:xfrm>
          <a:prstGeom xmlns:a="http://schemas.openxmlformats.org/drawingml/2006/main" prst="rect">
            <a:avLst/>
          </a:prstGeom>
        </p:spPr>
      </p:pic>
      <p:sp>
        <p:nvSpPr>
          <p:cNvPr id="3" name="text-84">
            <a:extLst xmlns:a="http://schemas.openxmlformats.org/drawingml/2006/main">
              <a:ext uri="{FF2B5EF4-FFF2-40B4-BE49-F238E27FC236}">
                <a16:creationId xmlns:a16="http://schemas.microsoft.com/office/drawing/2014/main" id="{D0A3A3BF-3E33-4246-816F-B6B05D79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85">
            <a:extLst xmlns:a="http://schemas.openxmlformats.org/drawingml/2006/main">
              <a:ext uri="{FF2B5EF4-FFF2-40B4-BE49-F238E27FC236}">
                <a16:creationId xmlns:a16="http://schemas.microsoft.com/office/drawing/2014/main" id="{73CD78FF-CA89-459B-88D4-5816A87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סופרים?</a:t>
            </a:r>
          </a:p>
        </p:txBody>
      </p:sp>
      <p:sp>
        <p:nvSpPr>
          <p:cNvPr id="5" name="text-86">
            <a:extLst xmlns:a="http://schemas.openxmlformats.org/drawingml/2006/main">
              <a:ext uri="{FF2B5EF4-FFF2-40B4-BE49-F238E27FC236}">
                <a16:creationId xmlns:a16="http://schemas.microsoft.com/office/drawing/2014/main" id="{9F4D76FA-2A08-402F-990A-39607347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3556"/>
            <a:ext cx="4781550" cy="95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אנשים שונים באותו תפקיד, בתוך חבילה אחת. בדוגמה יש שוכר אחד, ולכן המינימום והמקסימום הם 1.</a:t>
            </a:r>
          </a:p>
        </p:txBody>
      </p:sp>
      <p:sp>
        <p:nvSpPr>
          <p:cNvPr id="6" name="text-87">
            <a:extLst xmlns:a="http://schemas.openxmlformats.org/drawingml/2006/main">
              <a:ext uri="{FF2B5EF4-FFF2-40B4-BE49-F238E27FC236}">
                <a16:creationId xmlns:a16="http://schemas.microsoft.com/office/drawing/2014/main" id="{5FFEE99F-7FBB-4B9B-93DB-E201B14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אם יש שני שוכרים?</a:t>
            </a:r>
          </a:p>
        </p:txBody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F8B0D0F9-8559-4766-8B95-590909DE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7556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מגדירים מינימום 2 ומקסימום 2. לפני השליחה בוחרים שני אנשים שונים.</a:t>
            </a:r>
          </a:p>
        </p:txBody>
      </p:sp>
      <p:sp>
        <p:nvSpPr>
          <p:cNvPr id="8" name="text-89">
            <a:extLst xmlns:a="http://schemas.openxmlformats.org/drawingml/2006/main">
              <a:ext uri="{FF2B5EF4-FFF2-40B4-BE49-F238E27FC236}">
                <a16:creationId xmlns:a16="http://schemas.microsoft.com/office/drawing/2014/main" id="{C79FF10D-4EC6-4A66-86AC-E1C9A25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60044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צריך במסמכים?</a:t>
            </a:r>
          </a:p>
        </p:txBody>
      </p:sp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206E7676-D452-4002-A9EC-B64EB6DF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ממקמים שדה לאדם 1 ושדה לאדם 2 בתפקיד. הגדלת המספר אינה יוצרת שדות בעצמה.</a:t>
            </a:r>
          </a:p>
        </p:txBody>
      </p:sp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026089EA-9545-4646-9EBF-C56B7A49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המספר אינו מספר המסמכים, העמודים או מיקומי החתימה.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235FB-72B2-421E-A471-3A7EB6F8E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92">
            <a:extLst xmlns:a="http://schemas.openxmlformats.org/drawingml/2006/main">
              <a:ext uri="{FF2B5EF4-FFF2-40B4-BE49-F238E27FC236}">
                <a16:creationId xmlns:a16="http://schemas.microsoft.com/office/drawing/2014/main" id="{A4E7E47A-1C1B-4D8B-8BD9-96F44CF6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11</a:t>
            </a:r>
          </a:p>
        </p:txBody>
      </p:sp>
      <p:sp>
        <p:nvSpPr>
          <p:cNvPr id="13" name="text-93">
            <a:extLst xmlns:a="http://schemas.openxmlformats.org/drawingml/2006/main">
              <a:ext uri="{FF2B5EF4-FFF2-40B4-BE49-F238E27FC236}">
                <a16:creationId xmlns:a16="http://schemas.microsoft.com/office/drawing/2014/main" id="{E06A7D3C-E4CC-4115-8F80-9C5BB2A420DD}"/>
              </a:ext>
            </a:extLst>
            <a:hlinkClick xmlns:r="http://schemas.openxmlformats.org/officeDocument/2006/relationships" xmlns:a="http://schemas.openxmlformats.org/drawingml/2006/main" r:id="R042031b387b147a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7336670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4">
            <a:extLst xmlns:a="http://schemas.openxmlformats.org/drawingml/2006/main">
              <a:ext uri="{FF2B5EF4-FFF2-40B4-BE49-F238E27FC236}">
                <a16:creationId xmlns:a16="http://schemas.microsoft.com/office/drawing/2014/main" id="{79CD7401-8B47-48BB-A5DF-41F4F5F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נציגים וסמכות: רק כשזה נדרש</a:t>
            </a:r>
          </a:p>
        </p:txBody>
      </p:sp>
      <p:sp>
        <p:nvSpPr>
          <p:cNvPr id="2" name="text-95">
            <a:extLst xmlns:a="http://schemas.openxmlformats.org/drawingml/2006/main">
              <a:ext uri="{FF2B5EF4-FFF2-40B4-BE49-F238E27FC236}">
                <a16:creationId xmlns:a16="http://schemas.microsoft.com/office/drawing/2014/main" id="{0AEF9D45-8193-4937-813F-AE360A5B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מי חותם בפועל?</a:t>
            </a:r>
          </a:p>
        </p:txBody>
      </p:sp>
      <p:sp>
        <p:nvSpPr>
          <p:cNvPr id="3" name="text-96">
            <a:extLst xmlns:a="http://schemas.openxmlformats.org/drawingml/2006/main">
              <a:ext uri="{FF2B5EF4-FFF2-40B4-BE49-F238E27FC236}">
                <a16:creationId xmlns:a16="http://schemas.microsoft.com/office/drawing/2014/main" id="{B18AE5E1-C353-442F-BFC0-CF113980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בוחרים את האדם עצמו, למשל מורשה החתימה.</a:t>
            </a:r>
          </a:p>
        </p:txBody>
      </p:sp>
      <p:sp>
        <p:nvSpPr>
          <p:cNvPr id="4" name="text-97">
            <a:extLst xmlns:a="http://schemas.openxmlformats.org/drawingml/2006/main">
              <a:ext uri="{FF2B5EF4-FFF2-40B4-BE49-F238E27FC236}">
                <a16:creationId xmlns:a16="http://schemas.microsoft.com/office/drawing/2014/main" id="{5D8AF8DD-7B5D-4852-9446-4370D722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בשם מי הוא חותם?</a:t>
            </a:r>
          </a:p>
        </p:txBody>
      </p:sp>
      <p:sp>
        <p:nvSpPr>
          <p:cNvPr id="5" name="text-98">
            <a:extLst xmlns:a="http://schemas.openxmlformats.org/drawingml/2006/main">
              <a:ext uri="{FF2B5EF4-FFF2-40B4-BE49-F238E27FC236}">
                <a16:creationId xmlns:a16="http://schemas.microsoft.com/office/drawing/2014/main" id="{83042F73-FFB2-4D92-9B76-ABA3C448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בוחרים את האדם או הארגון המיוצג. השוכר יכול להיות חברה, אך התבנית אינה חייבת להיות תאגידית.</a:t>
            </a:r>
          </a:p>
        </p:txBody>
      </p:sp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E8DEC10E-1696-4AD4-A390-0B1EF169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איזו סמכות?</a:t>
            </a:r>
          </a:p>
        </p:txBody>
      </p:sp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9C9478A2-5514-468A-984F-497ED405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בוחרים סמכות מתאימה או שומרים סמכות לבדיקה, עם אסמכתה ותוקף לפי הצורך.</a:t>
            </a:r>
          </a:p>
        </p:txBody>
      </p:sp>
      <p:sp>
        <p:nvSpPr>
          <p:cNvPr id="8" name="text-101">
            <a:extLst xmlns:a="http://schemas.openxmlformats.org/drawingml/2006/main">
              <a:ext uri="{FF2B5EF4-FFF2-40B4-BE49-F238E27FC236}">
                <a16:creationId xmlns:a16="http://schemas.microsoft.com/office/drawing/2014/main" id="{04B958EE-0C36-4BFF-A0DF-4C1CA0A7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מי מאשר?</a:t>
            </a:r>
          </a:p>
        </p:txBody>
      </p:sp>
      <p:sp>
        <p:nvSpPr>
          <p:cNvPr id="9" name="text-102">
            <a:extLst xmlns:a="http://schemas.openxmlformats.org/drawingml/2006/main">
              <a:ext uri="{FF2B5EF4-FFF2-40B4-BE49-F238E27FC236}">
                <a16:creationId xmlns:a16="http://schemas.microsoft.com/office/drawing/2014/main" id="{43B67916-5355-4FD1-930D-BD1C7D44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עובד בעל הרשאת אישור סמכות בודק ומאשר. סמכות ממתינה, מבוטלת או שאינה בתוקף חוסמת את המסלול שתלוי בה.</a:t>
            </a:r>
          </a:p>
        </p:txBody>
      </p:sp>
      <p:sp>
        <p:nvSpPr>
          <p:cNvPr id="10" name="text-103">
            <a:extLst xmlns:a="http://schemas.openxmlformats.org/drawingml/2006/main">
              <a:ext uri="{FF2B5EF4-FFF2-40B4-BE49-F238E27FC236}">
                <a16:creationId xmlns:a16="http://schemas.microsoft.com/office/drawing/2014/main" id="{481D6505-05DF-465B-B652-46138CF7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אישור במערכת מתעד את בדיקת המשרד. הוא אינו מחליף את הבדיקה המקצועית.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42741-55F1-4723-9610-4FC83FB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04">
            <a:extLst xmlns:a="http://schemas.openxmlformats.org/drawingml/2006/main">
              <a:ext uri="{FF2B5EF4-FFF2-40B4-BE49-F238E27FC236}">
                <a16:creationId xmlns:a16="http://schemas.microsoft.com/office/drawing/2014/main" id="{526F54B8-6323-4052-B070-5CD7DE75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12</a:t>
            </a:r>
          </a:p>
        </p:txBody>
      </p:sp>
      <p:sp>
        <p:nvSpPr>
          <p:cNvPr id="13" name="text-105">
            <a:extLst xmlns:a="http://schemas.openxmlformats.org/drawingml/2006/main">
              <a:ext uri="{FF2B5EF4-FFF2-40B4-BE49-F238E27FC236}">
                <a16:creationId xmlns:a16="http://schemas.microsoft.com/office/drawing/2014/main" id="{13A78F96-08F7-4A73-B8BF-77EA905676EF}"/>
              </a:ext>
            </a:extLst>
            <a:hlinkClick xmlns:r="http://schemas.openxmlformats.org/officeDocument/2006/relationships" xmlns:a="http://schemas.openxmlformats.org/drawingml/2006/main" r:id="Rd120f1b68db54c2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2616420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06">
            <a:extLst xmlns:a="http://schemas.openxmlformats.org/drawingml/2006/main">
              <a:ext uri="{FF2B5EF4-FFF2-40B4-BE49-F238E27FC236}">
                <a16:creationId xmlns:a16="http://schemas.microsoft.com/office/drawing/2014/main" id="{45B51E5A-0A00-428A-A35E-B039336B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5. העלאת שני קובצי PDF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64526-FDEB-4A31-AEA7-C97664E439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e05f9a8ef43dc"/>
          <a:stretch xmlns:a="http://schemas.openxmlformats.org/drawingml/2006/main"/>
        </p:blipFill>
        <p:spPr>
          <a:xfrm xmlns:a="http://schemas.openxmlformats.org/drawingml/2006/main">
            <a:off x="834521" y="1304925"/>
            <a:ext cx="5341357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107">
            <a:extLst xmlns:a="http://schemas.openxmlformats.org/drawingml/2006/main">
              <a:ext uri="{FF2B5EF4-FFF2-40B4-BE49-F238E27FC236}">
                <a16:creationId xmlns:a16="http://schemas.microsoft.com/office/drawing/2014/main" id="{0ECE8532-30D7-4618-9929-B9EC8EE6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108">
            <a:extLst xmlns:a="http://schemas.openxmlformats.org/drawingml/2006/main">
              <a:ext uri="{FF2B5EF4-FFF2-40B4-BE49-F238E27FC236}">
                <a16:creationId xmlns:a16="http://schemas.microsoft.com/office/drawing/2014/main" id="{753EEB9B-4677-4084-98D3-90EF379B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מעבר לשלב הבא</a:t>
            </a:r>
          </a:p>
        </p:txBody>
      </p:sp>
      <p:sp>
        <p:nvSpPr>
          <p:cNvPr id="5" name="text-109">
            <a:extLst xmlns:a="http://schemas.openxmlformats.org/drawingml/2006/main">
              <a:ext uri="{FF2B5EF4-FFF2-40B4-BE49-F238E27FC236}">
                <a16:creationId xmlns:a16="http://schemas.microsoft.com/office/drawing/2014/main" id="{06169833-4D60-46F1-AD6F-A8E81C33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לוחצים ״המשך״ או ״מסמכים ושדות״.</a:t>
            </a:r>
          </a:p>
        </p:txBody>
      </p:sp>
      <p:sp>
        <p:nvSpPr>
          <p:cNvPr id="6" name="text-110">
            <a:extLst xmlns:a="http://schemas.openxmlformats.org/drawingml/2006/main">
              <a:ext uri="{FF2B5EF4-FFF2-40B4-BE49-F238E27FC236}">
                <a16:creationId xmlns:a16="http://schemas.microsoft.com/office/drawing/2014/main" id="{F5B5164F-88C3-44D3-B0C5-048C99A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1819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הוספת קובץ</a:t>
            </a:r>
          </a:p>
        </p:txBody>
      </p:sp>
      <p:sp>
        <p:nvSpPr>
          <p:cNvPr id="7" name="text-111">
            <a:extLst xmlns:a="http://schemas.openxmlformats.org/drawingml/2006/main">
              <a:ext uri="{FF2B5EF4-FFF2-40B4-BE49-F238E27FC236}">
                <a16:creationId xmlns:a16="http://schemas.microsoft.com/office/drawing/2014/main" id="{F1A4F24E-783A-474F-9940-65168BCD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7201"/>
            <a:ext cx="478155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לוחצים ״הוספת PDF״ ובוחרים את הסכם השכירות. חוזרים על הפעולה לנספח מסירת הדירה.</a:t>
            </a:r>
          </a:p>
        </p:txBody>
      </p:sp>
      <p:sp>
        <p:nvSpPr>
          <p:cNvPr id="8" name="text-112">
            <a:extLst xmlns:a="http://schemas.openxmlformats.org/drawingml/2006/main">
              <a:ext uri="{FF2B5EF4-FFF2-40B4-BE49-F238E27FC236}">
                <a16:creationId xmlns:a16="http://schemas.microsoft.com/office/drawing/2014/main" id="{36CB0185-D8D5-451B-96EC-1B8D2CD7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בחירת המסמך לעריכה</a:t>
            </a:r>
          </a:p>
        </p:txBody>
      </p:sp>
      <p:sp>
        <p:nvSpPr>
          <p:cNvPr id="9" name="text-113">
            <a:extLst xmlns:a="http://schemas.openxmlformats.org/drawingml/2006/main">
              <a:ext uri="{FF2B5EF4-FFF2-40B4-BE49-F238E27FC236}">
                <a16:creationId xmlns:a16="http://schemas.microsoft.com/office/drawing/2014/main" id="{BB8ECB61-E980-4430-ACD2-3B785CD3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לוחצים על לשונית שם הקובץ. כל קובץ מקבל שדות משלו.</a:t>
            </a:r>
          </a:p>
        </p:txBody>
      </p:sp>
      <p:sp>
        <p:nvSpPr>
          <p:cNvPr id="10" name="text-114">
            <a:extLst xmlns:a="http://schemas.openxmlformats.org/drawingml/2006/main">
              <a:ext uri="{FF2B5EF4-FFF2-40B4-BE49-F238E27FC236}">
                <a16:creationId xmlns:a16="http://schemas.microsoft.com/office/drawing/2014/main" id="{1BA7B03F-5B41-46F0-A784-1F96DB7B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PDF אחד עם 10 עמודים הוא מסמך אחד. שני קובצי PDF הם שני מסמכים.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35CB8-231C-459F-AF90-133DA3FD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15">
            <a:extLst xmlns:a="http://schemas.openxmlformats.org/drawingml/2006/main">
              <a:ext uri="{FF2B5EF4-FFF2-40B4-BE49-F238E27FC236}">
                <a16:creationId xmlns:a16="http://schemas.microsoft.com/office/drawing/2014/main" id="{9ADD3345-EE89-4E57-A307-B457781D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13</a:t>
            </a:r>
          </a:p>
        </p:txBody>
      </p:sp>
      <p:sp>
        <p:nvSpPr>
          <p:cNvPr id="13" name="text-116">
            <a:extLst xmlns:a="http://schemas.openxmlformats.org/drawingml/2006/main">
              <a:ext uri="{FF2B5EF4-FFF2-40B4-BE49-F238E27FC236}">
                <a16:creationId xmlns:a16="http://schemas.microsoft.com/office/drawing/2014/main" id="{3045B0CF-E09B-4FCA-9345-F2840B850CA1}"/>
              </a:ext>
            </a:extLst>
            <a:hlinkClick xmlns:r="http://schemas.openxmlformats.org/officeDocument/2006/relationships" xmlns:a="http://schemas.openxmlformats.org/drawingml/2006/main" r:id="R1e4759ebcfef412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5017471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17">
            <a:extLst xmlns:a="http://schemas.openxmlformats.org/drawingml/2006/main">
              <a:ext uri="{FF2B5EF4-FFF2-40B4-BE49-F238E27FC236}">
                <a16:creationId xmlns:a16="http://schemas.microsoft.com/office/drawing/2014/main" id="{ADC349A0-F228-4506-8F06-6582664E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6. בחירת תפקיד והוספת שדה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92D02-995D-4826-9188-5C048FA884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f9f841a3c45b4"/>
          <a:stretch xmlns:a="http://schemas.openxmlformats.org/drawingml/2006/main"/>
        </p:blipFill>
        <p:spPr>
          <a:xfrm xmlns:a="http://schemas.openxmlformats.org/drawingml/2006/main">
            <a:off x="1006823" y="1304925"/>
            <a:ext cx="4996754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118">
            <a:extLst xmlns:a="http://schemas.openxmlformats.org/drawingml/2006/main">
              <a:ext uri="{FF2B5EF4-FFF2-40B4-BE49-F238E27FC236}">
                <a16:creationId xmlns:a16="http://schemas.microsoft.com/office/drawing/2014/main" id="{6CF6A2EF-3CFC-4C6D-A9EA-AC2521AC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119">
            <a:extLst xmlns:a="http://schemas.openxmlformats.org/drawingml/2006/main">
              <a:ext uri="{FF2B5EF4-FFF2-40B4-BE49-F238E27FC236}">
                <a16:creationId xmlns:a16="http://schemas.microsoft.com/office/drawing/2014/main" id="{65BD7BFC-88D8-4C4E-886F-1BB83F1D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בחירת החותם</a:t>
            </a:r>
          </a:p>
        </p:txBody>
      </p:sp>
      <p:sp>
        <p:nvSpPr>
          <p:cNvPr id="5" name="text-120">
            <a:extLst xmlns:a="http://schemas.openxmlformats.org/drawingml/2006/main">
              <a:ext uri="{FF2B5EF4-FFF2-40B4-BE49-F238E27FC236}">
                <a16:creationId xmlns:a16="http://schemas.microsoft.com/office/drawing/2014/main" id="{440B6563-7EAF-4865-8319-90436C94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לוחצים על ״משכיר״ מעל ה־PDF. בתמונה זה התפקיד שנבחר.</a:t>
            </a:r>
          </a:p>
        </p:txBody>
      </p:sp>
      <p:sp>
        <p:nvSpPr>
          <p:cNvPr id="6" name="text-121">
            <a:extLst xmlns:a="http://schemas.openxmlformats.org/drawingml/2006/main">
              <a:ext uri="{FF2B5EF4-FFF2-40B4-BE49-F238E27FC236}">
                <a16:creationId xmlns:a16="http://schemas.microsoft.com/office/drawing/2014/main" id="{3EDC5A52-4234-4E44-8079-4267EDF3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בחירת סוג השדה</a:t>
            </a:r>
          </a:p>
        </p:txBody>
      </p:sp>
      <p:sp>
        <p:nvSpPr>
          <p:cNvPr id="7" name="text-122">
            <a:extLst xmlns:a="http://schemas.openxmlformats.org/drawingml/2006/main">
              <a:ext uri="{FF2B5EF4-FFF2-40B4-BE49-F238E27FC236}">
                <a16:creationId xmlns:a16="http://schemas.microsoft.com/office/drawing/2014/main" id="{BF9AD168-93FA-4702-A2BA-CA4E39BD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לוחצים על הפלוס ובוחרים ״חתימה״.</a:t>
            </a:r>
          </a:p>
        </p:txBody>
      </p:sp>
      <p:sp>
        <p:nvSpPr>
          <p:cNvPr id="8" name="text-123">
            <a:extLst xmlns:a="http://schemas.openxmlformats.org/drawingml/2006/main">
              <a:ext uri="{FF2B5EF4-FFF2-40B4-BE49-F238E27FC236}">
                <a16:creationId xmlns:a16="http://schemas.microsoft.com/office/drawing/2014/main" id="{3B80F870-447D-4524-AE56-5B32779F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23501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מיקום על המסמך</a:t>
            </a:r>
          </a:p>
        </p:txBody>
      </p:sp>
      <p:sp>
        <p:nvSpPr>
          <p:cNvPr id="9" name="text-124">
            <a:extLst xmlns:a="http://schemas.openxmlformats.org/drawingml/2006/main">
              <a:ext uri="{FF2B5EF4-FFF2-40B4-BE49-F238E27FC236}">
                <a16:creationId xmlns:a16="http://schemas.microsoft.com/office/drawing/2014/main" id="{C55AF4CF-AB71-4D31-A118-3DC36941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88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ממקמים את השדה במקום לחתימת המשכיר. חוזרים על הפעולה עבור השוכר ועורך הדין.</a:t>
            </a:r>
          </a:p>
        </p:txBody>
      </p:sp>
      <p:sp>
        <p:nvSpPr>
          <p:cNvPr id="10" name="text-125">
            <a:extLst xmlns:a="http://schemas.openxmlformats.org/drawingml/2006/main">
              <a:ext uri="{FF2B5EF4-FFF2-40B4-BE49-F238E27FC236}">
                <a16:creationId xmlns:a16="http://schemas.microsoft.com/office/drawing/2014/main" id="{DC9E3B6A-68FA-4A55-977F-9C53B2E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הבחירה מעל המסמך קובעת למי משויך השדה החדש.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A40B8-BE5A-4CBB-B23D-D259A714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26">
            <a:extLst xmlns:a="http://schemas.openxmlformats.org/drawingml/2006/main">
              <a:ext uri="{FF2B5EF4-FFF2-40B4-BE49-F238E27FC236}">
                <a16:creationId xmlns:a16="http://schemas.microsoft.com/office/drawing/2014/main" id="{FC4F8FD6-DCFD-472D-ABE3-C0161CC5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14</a:t>
            </a:r>
          </a:p>
        </p:txBody>
      </p:sp>
      <p:sp>
        <p:nvSpPr>
          <p:cNvPr id="13" name="text-127">
            <a:extLst xmlns:a="http://schemas.openxmlformats.org/drawingml/2006/main">
              <a:ext uri="{FF2B5EF4-FFF2-40B4-BE49-F238E27FC236}">
                <a16:creationId xmlns:a16="http://schemas.microsoft.com/office/drawing/2014/main" id="{BF26D9FB-BB3D-47B2-8B6C-43CF469CAC98}"/>
              </a:ext>
            </a:extLst>
            <a:hlinkClick xmlns:r="http://schemas.openxmlformats.org/officeDocument/2006/relationships" xmlns:a="http://schemas.openxmlformats.org/drawingml/2006/main" r:id="R7311f6f99dae433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6068402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28">
            <a:extLst xmlns:a="http://schemas.openxmlformats.org/drawingml/2006/main">
              <a:ext uri="{FF2B5EF4-FFF2-40B4-BE49-F238E27FC236}">
                <a16:creationId xmlns:a16="http://schemas.microsoft.com/office/drawing/2014/main" id="{A849B0DB-82E3-4427-B2D1-1DAAD9A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7. מיקום וצבע לכל תפקיד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F6546-E9B7-4368-9BB3-9F1F6A4433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5d17843684398"/>
          <a:stretch xmlns:a="http://schemas.openxmlformats.org/drawingml/2006/main"/>
        </p:blipFill>
        <p:spPr>
          <a:xfrm xmlns:a="http://schemas.openxmlformats.org/drawingml/2006/main">
            <a:off x="609600" y="2847975"/>
            <a:ext cx="5791200" cy="1524000"/>
          </a:xfrm>
          <a:prstGeom xmlns:a="http://schemas.openxmlformats.org/drawingml/2006/main" prst="rect">
            <a:avLst/>
          </a:prstGeom>
        </p:spPr>
      </p:pic>
      <p:sp>
        <p:nvSpPr>
          <p:cNvPr id="3" name="text-129">
            <a:extLst xmlns:a="http://schemas.openxmlformats.org/drawingml/2006/main">
              <a:ext uri="{FF2B5EF4-FFF2-40B4-BE49-F238E27FC236}">
                <a16:creationId xmlns:a16="http://schemas.microsoft.com/office/drawing/2014/main" id="{97C84583-4AD6-4C88-A29C-7433D862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130">
            <a:extLst xmlns:a="http://schemas.openxmlformats.org/drawingml/2006/main">
              <a:ext uri="{FF2B5EF4-FFF2-40B4-BE49-F238E27FC236}">
                <a16:creationId xmlns:a16="http://schemas.microsoft.com/office/drawing/2014/main" id="{BF1430CF-A328-443E-8E08-5C486622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בדיקת השיוך</a:t>
            </a:r>
          </a:p>
        </p:txBody>
      </p:sp>
      <p:sp>
        <p:nvSpPr>
          <p:cNvPr id="5" name="text-131">
            <a:extLst xmlns:a="http://schemas.openxmlformats.org/drawingml/2006/main">
              <a:ext uri="{FF2B5EF4-FFF2-40B4-BE49-F238E27FC236}">
                <a16:creationId xmlns:a16="http://schemas.microsoft.com/office/drawing/2014/main" id="{F3B016A3-CCD6-4953-A440-FBB377B7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בדוגמה: שוכר כחול, משכיר כתום, עורך דין אדום. השדה מציג גם את שם התפקיד.</a:t>
            </a:r>
          </a:p>
        </p:txBody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718593BF-33C8-44C5-AE3C-ACC4D26C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בדיקת המיקום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EF64CEB3-0901-48A0-BB27-AD50B4CF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שהשדה בתוך העמוד, בגודל מתאים ובלי לכסות טקסט.</a:t>
            </a:r>
          </a:p>
        </p:txBody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1B327309-4A75-43BB-B6FF-DF4B0AC8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המסמך השני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9191B3D0-EA45-4256-95F5-9DDDEED8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עוברים ללשונית הנספח וממקמים גם בו שדות לשלושת התפקידים.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DFA55B91-A113-428C-80C6-773D4433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הצבע מסייע לזהות את התפקיד. שם התפקיד והאדם הם הקובעים.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2FC48-69C6-40CB-923C-2DCB62AD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37">
            <a:extLst xmlns:a="http://schemas.openxmlformats.org/drawingml/2006/main">
              <a:ext uri="{FF2B5EF4-FFF2-40B4-BE49-F238E27FC236}">
                <a16:creationId xmlns:a16="http://schemas.microsoft.com/office/drawing/2014/main" id="{B7B877AB-F749-4E13-8599-29428A74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15</a:t>
            </a:r>
          </a:p>
        </p:txBody>
      </p:sp>
      <p:sp>
        <p:nvSpPr>
          <p:cNvPr id="13" name="text-138">
            <a:extLst xmlns:a="http://schemas.openxmlformats.org/drawingml/2006/main">
              <a:ext uri="{FF2B5EF4-FFF2-40B4-BE49-F238E27FC236}">
                <a16:creationId xmlns:a16="http://schemas.microsoft.com/office/drawing/2014/main" id="{0A61584A-2C50-4A17-96EF-BCC8DE5C7452}"/>
              </a:ext>
            </a:extLst>
            <a:hlinkClick xmlns:r="http://schemas.openxmlformats.org/officeDocument/2006/relationships" xmlns:a="http://schemas.openxmlformats.org/drawingml/2006/main" r:id="R406380ce69a342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7956535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39">
            <a:extLst xmlns:a="http://schemas.openxmlformats.org/drawingml/2006/main">
              <a:ext uri="{FF2B5EF4-FFF2-40B4-BE49-F238E27FC236}">
                <a16:creationId xmlns:a16="http://schemas.microsoft.com/office/drawing/2014/main" id="{9959BAF7-C002-49A6-80C3-D2398C22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איזה שדה מוסיפים?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E5123-0FC6-449C-BA52-622357952C41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הוא מיועד לקבל?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סוג השדה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חתימה מצוירת של החותם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חתימה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ראשי תיבות של החותם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ראשי תיבות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פרט שהחותם נדרש למלא בתהליך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טקסט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תאריך שהחותם ממלא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תאריך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אישור או בחירה באמצעות סימון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תיבת סימון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ערך שמכין החבילה מזין לפני השליחה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שדה מידע, אחרי שמגדירים מידע בתבנית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140">
            <a:extLst xmlns:a="http://schemas.openxmlformats.org/drawingml/2006/main">
              <a:ext uri="{FF2B5EF4-FFF2-40B4-BE49-F238E27FC236}">
                <a16:creationId xmlns:a16="http://schemas.microsoft.com/office/drawing/2014/main" id="{37A354F9-DEB9-4621-A62F-6B49DE4D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הרשימה כאן היא הרשימה הקיימת בעורך התבניות המצולם. אימייל, טלפון, תעודת זהות וחותמת עורך דין אינם מוצגים כרגע כסוגי שדה נפרדים בתבנית.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6696F-9C10-4E98-A47A-FDF57CA2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141">
            <a:extLst xmlns:a="http://schemas.openxmlformats.org/drawingml/2006/main">
              <a:ext uri="{FF2B5EF4-FFF2-40B4-BE49-F238E27FC236}">
                <a16:creationId xmlns:a16="http://schemas.microsoft.com/office/drawing/2014/main" id="{3173907C-5328-43C7-B966-BD421F41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16</a:t>
            </a:r>
          </a:p>
        </p:txBody>
      </p:sp>
      <p:sp>
        <p:nvSpPr>
          <p:cNvPr id="6" name="text-142">
            <a:extLst xmlns:a="http://schemas.openxmlformats.org/drawingml/2006/main">
              <a:ext uri="{FF2B5EF4-FFF2-40B4-BE49-F238E27FC236}">
                <a16:creationId xmlns:a16="http://schemas.microsoft.com/office/drawing/2014/main" id="{6FC89C16-6307-4CB6-ACA2-FDEE82349C18}"/>
              </a:ext>
            </a:extLst>
            <a:hlinkClick xmlns:r="http://schemas.openxmlformats.org/officeDocument/2006/relationships" xmlns:a="http://schemas.openxmlformats.org/drawingml/2006/main" r:id="Rf08fa00150284c5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8368141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43">
            <a:extLst xmlns:a="http://schemas.openxmlformats.org/drawingml/2006/main">
              <a:ext uri="{FF2B5EF4-FFF2-40B4-BE49-F238E27FC236}">
                <a16:creationId xmlns:a16="http://schemas.microsoft.com/office/drawing/2014/main" id="{AF646EAF-E228-4F44-918F-1CC1793C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עריכת שדה שכבר מיקמנו</a:t>
            </a:r>
          </a:p>
        </p:txBody>
      </p:sp>
      <p:sp>
        <p:nvSpPr>
          <p:cNvPr id="2" name="text-144">
            <a:extLst xmlns:a="http://schemas.openxmlformats.org/drawingml/2006/main">
              <a:ext uri="{FF2B5EF4-FFF2-40B4-BE49-F238E27FC236}">
                <a16:creationId xmlns:a16="http://schemas.microsoft.com/office/drawing/2014/main" id="{34914F7B-2389-4800-BF4D-76E8AA4A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פתיחת ההגדרות</a:t>
            </a:r>
          </a:p>
        </p:txBody>
      </p:sp>
      <p:sp>
        <p:nvSpPr>
          <p:cNvPr id="3" name="text-145">
            <a:extLst xmlns:a="http://schemas.openxmlformats.org/drawingml/2006/main">
              <a:ext uri="{FF2B5EF4-FFF2-40B4-BE49-F238E27FC236}">
                <a16:creationId xmlns:a16="http://schemas.microsoft.com/office/drawing/2014/main" id="{6EFE2C2A-BCB2-4411-8488-5C9ECD44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בוחרים שדה על ה־PDF ופותחים את ״השדה שנבחר״ או את פעולת העריכה שלו.</a:t>
            </a:r>
          </a:p>
        </p:txBody>
      </p:sp>
      <p:sp>
        <p:nvSpPr>
          <p:cNvPr id="4" name="text-146">
            <a:extLst xmlns:a="http://schemas.openxmlformats.org/drawingml/2006/main">
              <a:ext uri="{FF2B5EF4-FFF2-40B4-BE49-F238E27FC236}">
                <a16:creationId xmlns:a16="http://schemas.microsoft.com/office/drawing/2014/main" id="{8CAC8F47-8F1D-4D98-B8AB-B59B8DA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למי השדה שייך?</a:t>
            </a:r>
          </a:p>
        </p:txBody>
      </p:sp>
      <p:sp>
        <p:nvSpPr>
          <p:cNvPr id="5" name="text-147">
            <a:extLst xmlns:a="http://schemas.openxmlformats.org/drawingml/2006/main">
              <a:ext uri="{FF2B5EF4-FFF2-40B4-BE49-F238E27FC236}">
                <a16:creationId xmlns:a16="http://schemas.microsoft.com/office/drawing/2014/main" id="{A9191036-D8BF-42FC-BAC6-89763D3A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את התפקיד. כשיש כמה אנשים בתפקיד, בוחרים גם את המקום של האדם בתפקיד.</a:t>
            </a:r>
          </a:p>
        </p:txBody>
      </p:sp>
      <p:sp>
        <p:nvSpPr>
          <p:cNvPr id="6" name="text-148">
            <a:extLst xmlns:a="http://schemas.openxmlformats.org/drawingml/2006/main">
              <a:ext uri="{FF2B5EF4-FFF2-40B4-BE49-F238E27FC236}">
                <a16:creationId xmlns:a16="http://schemas.microsoft.com/office/drawing/2014/main" id="{3FFF2B83-BCF0-45B8-8044-D8A35E3E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מה החותם יבין?</a:t>
            </a:r>
          </a:p>
        </p:txBody>
      </p:sp>
      <p:sp>
        <p:nvSpPr>
          <p:cNvPr id="7" name="text-149">
            <a:extLst xmlns:a="http://schemas.openxmlformats.org/drawingml/2006/main">
              <a:ext uri="{FF2B5EF4-FFF2-40B4-BE49-F238E27FC236}">
                <a16:creationId xmlns:a16="http://schemas.microsoft.com/office/drawing/2014/main" id="{631A5417-C16E-4086-9D9D-5C4DB6B5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נותנים תווית ברורה, למשל ״חתימת השוכר״, ובוחרים חובה או רשות.</a:t>
            </a:r>
          </a:p>
        </p:txBody>
      </p:sp>
      <p:sp>
        <p:nvSpPr>
          <p:cNvPr id="8" name="text-150">
            <a:extLst xmlns:a="http://schemas.openxmlformats.org/drawingml/2006/main">
              <a:ext uri="{FF2B5EF4-FFF2-40B4-BE49-F238E27FC236}">
                <a16:creationId xmlns:a16="http://schemas.microsoft.com/office/drawing/2014/main" id="{BEB23713-17A6-444D-9CA9-8773769E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תיקון מיקום או הסרה</a:t>
            </a:r>
          </a:p>
        </p:txBody>
      </p:sp>
      <p:sp>
        <p:nvSpPr>
          <p:cNvPr id="9" name="text-151">
            <a:extLst xmlns:a="http://schemas.openxmlformats.org/drawingml/2006/main">
              <a:ext uri="{FF2B5EF4-FFF2-40B4-BE49-F238E27FC236}">
                <a16:creationId xmlns:a16="http://schemas.microsoft.com/office/drawing/2014/main" id="{5F0F56E5-BEF2-487D-A2A1-DD97FC92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מזיזים ומשנים גודל בתצוגת ה־PDF. ״מחיקת שדה״ מסירה את השדה שנבחר. סגירה חוזרת למסמך.</a:t>
            </a:r>
          </a:p>
        </p:txBody>
      </p:sp>
      <p:sp>
        <p:nvSpPr>
          <p:cNvPr id="10" name="text-152">
            <a:extLst xmlns:a="http://schemas.openxmlformats.org/drawingml/2006/main">
              <a:ext uri="{FF2B5EF4-FFF2-40B4-BE49-F238E27FC236}">
                <a16:creationId xmlns:a16="http://schemas.microsoft.com/office/drawing/2014/main" id="{A515411A-73DF-437B-9D4B-1D20DE97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כל מסמך ועמוד צריכים בדיקת מיקום משלהם. אין הוספת שדות אוטומטית לכל העמודים.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66710-164F-47CB-872A-C08613B3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B3A35D9A-30E1-4B9C-ACBE-C9F79363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17</a:t>
            </a:r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46A9053F-C702-4A48-9CB3-513F7396F590}"/>
              </a:ext>
            </a:extLst>
            <a:hlinkClick xmlns:r="http://schemas.openxmlformats.org/officeDocument/2006/relationships" xmlns:a="http://schemas.openxmlformats.org/drawingml/2006/main" r:id="R6dfa7381c07e432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2261341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D7B837A3-BB0D-43ED-8170-4CE6BD84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מידע משתנה שהמשרד ממלא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9D25E-A4D4-4E44-9E60-AB60EAA98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41e2cac764bb4"/>
          <a:stretch xmlns:a="http://schemas.openxmlformats.org/drawingml/2006/main"/>
        </p:blipFill>
        <p:spPr>
          <a:xfrm xmlns:a="http://schemas.openxmlformats.org/drawingml/2006/main">
            <a:off x="609600" y="2611917"/>
            <a:ext cx="5791200" cy="1996116"/>
          </a:xfrm>
          <a:prstGeom xmlns:a="http://schemas.openxmlformats.org/drawingml/2006/main" prst="rect">
            <a:avLst/>
          </a:prstGeom>
        </p:spPr>
      </p:pic>
      <p:sp>
        <p:nvSpPr>
          <p:cNvPr id="3" name="text-156">
            <a:extLst xmlns:a="http://schemas.openxmlformats.org/drawingml/2006/main">
              <a:ext uri="{FF2B5EF4-FFF2-40B4-BE49-F238E27FC236}">
                <a16:creationId xmlns:a16="http://schemas.microsoft.com/office/drawing/2014/main" id="{D16D4A6E-6B6E-46BD-8C64-AC1F31F4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מדוגמה נוספת בפיצ׳ר</a:t>
            </a:r>
          </a:p>
        </p:txBody>
      </p:sp>
      <p:sp>
        <p:nvSpPr>
          <p:cNvPr id="4" name="text-157">
            <a:extLst xmlns:a="http://schemas.openxmlformats.org/drawingml/2006/main">
              <a:ext uri="{FF2B5EF4-FFF2-40B4-BE49-F238E27FC236}">
                <a16:creationId xmlns:a16="http://schemas.microsoft.com/office/drawing/2014/main" id="{C3B21325-B08E-4B05-8F51-176C672C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זה ״שדות מידע״?</a:t>
            </a:r>
          </a:p>
        </p:txBody>
      </p:sp>
      <p:sp>
        <p:nvSpPr>
          <p:cNvPr id="5" name="text-158">
            <a:extLst xmlns:a="http://schemas.openxmlformats.org/drawingml/2006/main">
              <a:ext uri="{FF2B5EF4-FFF2-40B4-BE49-F238E27FC236}">
                <a16:creationId xmlns:a16="http://schemas.microsoft.com/office/drawing/2014/main" id="{3ABF9638-0E73-4A7E-9729-8ECACB7B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פרטים שמכינים לפני השליחה, למשל כתובת נכס, דמי שכירות או תאריך תחילת השכירות.</a:t>
            </a:r>
          </a:p>
        </p:txBody>
      </p:sp>
      <p:sp>
        <p:nvSpPr>
          <p:cNvPr id="6" name="text-159">
            <a:extLst xmlns:a="http://schemas.openxmlformats.org/drawingml/2006/main">
              <a:ext uri="{FF2B5EF4-FFF2-40B4-BE49-F238E27FC236}">
                <a16:creationId xmlns:a16="http://schemas.microsoft.com/office/drawing/2014/main" id="{557A6711-892C-4F72-B14E-880BC081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איפה מגדירים?</a:t>
            </a:r>
          </a:p>
        </p:txBody>
      </p:sp>
      <p:sp>
        <p:nvSpPr>
          <p:cNvPr id="7" name="text-160">
            <a:extLst xmlns:a="http://schemas.openxmlformats.org/drawingml/2006/main">
              <a:ext uri="{FF2B5EF4-FFF2-40B4-BE49-F238E27FC236}">
                <a16:creationId xmlns:a16="http://schemas.microsoft.com/office/drawing/2014/main" id="{DFF40488-F163-4300-A7A7-681AFCDD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בשלב ״שם וחותמים״, באזור ״מידע למילוי במסמכים״, לוחצים ״הוספת שדה מידע״.</a:t>
            </a:r>
          </a:p>
        </p:txBody>
      </p:sp>
      <p:sp>
        <p:nvSpPr>
          <p:cNvPr id="8" name="text-161">
            <a:extLst xmlns:a="http://schemas.openxmlformats.org/drawingml/2006/main">
              <a:ext uri="{FF2B5EF4-FFF2-40B4-BE49-F238E27FC236}">
                <a16:creationId xmlns:a16="http://schemas.microsoft.com/office/drawing/2014/main" id="{0C8E40C3-7367-4108-B049-F1B24AF7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איך הוא נכנס ל־PDF?</a:t>
            </a:r>
          </a:p>
        </p:txBody>
      </p:sp>
      <p:sp>
        <p:nvSpPr>
          <p:cNvPr id="9" name="text-162">
            <a:extLst xmlns:a="http://schemas.openxmlformats.org/drawingml/2006/main">
              <a:ext uri="{FF2B5EF4-FFF2-40B4-BE49-F238E27FC236}">
                <a16:creationId xmlns:a16="http://schemas.microsoft.com/office/drawing/2014/main" id="{75B216C9-1FA3-4AF7-B001-FD66FEBD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מגדירים שם וסוג. בשלב המסמכים מוסיפים ״שדה מידע״ ומקשרים אותו לנתון המתאים.</a:t>
            </a:r>
          </a:p>
        </p:txBody>
      </p:sp>
      <p:sp>
        <p:nvSpPr>
          <p:cNvPr id="10" name="text-163">
            <a:extLst xmlns:a="http://schemas.openxmlformats.org/drawingml/2006/main">
              <a:ext uri="{FF2B5EF4-FFF2-40B4-BE49-F238E27FC236}">
                <a16:creationId xmlns:a16="http://schemas.microsoft.com/office/drawing/2014/main" id="{CC38C9C7-107F-4724-B3D1-DBFEB940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זה שונה משדה טקסט שהחותם ממלא בעצמו. צילום זה מדוגמה נוספת באותו פיצ׳ר.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81E41-94C4-483C-9252-BA0F172B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64">
            <a:extLst xmlns:a="http://schemas.openxmlformats.org/drawingml/2006/main">
              <a:ext uri="{FF2B5EF4-FFF2-40B4-BE49-F238E27FC236}">
                <a16:creationId xmlns:a16="http://schemas.microsoft.com/office/drawing/2014/main" id="{3A5BC129-B8AB-4371-9ABE-6921678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18</a:t>
            </a:r>
          </a:p>
        </p:txBody>
      </p:sp>
      <p:sp>
        <p:nvSpPr>
          <p:cNvPr id="13" name="text-165">
            <a:extLst xmlns:a="http://schemas.openxmlformats.org/drawingml/2006/main">
              <a:ext uri="{FF2B5EF4-FFF2-40B4-BE49-F238E27FC236}">
                <a16:creationId xmlns:a16="http://schemas.microsoft.com/office/drawing/2014/main" id="{A8EBCFC8-D9A8-4A00-B493-22559D778867}"/>
              </a:ext>
            </a:extLst>
            <a:hlinkClick xmlns:r="http://schemas.openxmlformats.org/officeDocument/2006/relationships" xmlns:a="http://schemas.openxmlformats.org/drawingml/2006/main" r:id="R6e77979b28214db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551280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66">
            <a:extLst xmlns:a="http://schemas.openxmlformats.org/drawingml/2006/main">
              <a:ext uri="{FF2B5EF4-FFF2-40B4-BE49-F238E27FC236}">
                <a16:creationId xmlns:a16="http://schemas.microsoft.com/office/drawing/2014/main" id="{7E53DC1F-D115-465A-955B-B2CBF5FD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ברירות מחדל ותנאים</a:t>
            </a:r>
          </a:p>
        </p:txBody>
      </p:sp>
      <p:sp>
        <p:nvSpPr>
          <p:cNvPr id="2" name="text-167">
            <a:extLst xmlns:a="http://schemas.openxmlformats.org/drawingml/2006/main">
              <a:ext uri="{FF2B5EF4-FFF2-40B4-BE49-F238E27FC236}">
                <a16:creationId xmlns:a16="http://schemas.microsoft.com/office/drawing/2014/main" id="{3A9E8FA7-E675-4FFE-AC72-848BBC34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ברירת מחדל</a:t>
            </a:r>
          </a:p>
        </p:txBody>
      </p:sp>
      <p:sp>
        <p:nvSpPr>
          <p:cNvPr id="3" name="text-168">
            <a:extLst xmlns:a="http://schemas.openxmlformats.org/drawingml/2006/main">
              <a:ext uri="{FF2B5EF4-FFF2-40B4-BE49-F238E27FC236}">
                <a16:creationId xmlns:a16="http://schemas.microsoft.com/office/drawing/2014/main" id="{F9BD2634-80E7-42F7-BF61-32172023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ערך פתיחה לשדה מידע. בודקים אותו בכל חבילה ומשנים כשצריך.</a:t>
            </a:r>
          </a:p>
        </p:txBody>
      </p:sp>
      <p:sp>
        <p:nvSpPr>
          <p:cNvPr id="4" name="text-169">
            <a:extLst xmlns:a="http://schemas.openxmlformats.org/drawingml/2006/main">
              <a:ext uri="{FF2B5EF4-FFF2-40B4-BE49-F238E27FC236}">
                <a16:creationId xmlns:a16="http://schemas.microsoft.com/office/drawing/2014/main" id="{4CB500FB-3B5D-40FE-A38F-0AEA4425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סוג הנתון</a:t>
            </a:r>
          </a:p>
        </p:txBody>
      </p:sp>
      <p:sp>
        <p:nvSpPr>
          <p:cNvPr id="5" name="text-170">
            <a:extLst xmlns:a="http://schemas.openxmlformats.org/drawingml/2006/main">
              <a:ext uri="{FF2B5EF4-FFF2-40B4-BE49-F238E27FC236}">
                <a16:creationId xmlns:a16="http://schemas.microsoft.com/office/drawing/2014/main" id="{BCBD7374-6726-43EA-B37A-0F173479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לסכום משתמשים בסוג מתאים. למספר מזהה שומרים גם אפסים מובילים. בתאריך משתמשים בבקר התאריך.</a:t>
            </a:r>
          </a:p>
        </p:txBody>
      </p:sp>
      <p:sp>
        <p:nvSpPr>
          <p:cNvPr id="6" name="text-171">
            <a:extLst xmlns:a="http://schemas.openxmlformats.org/drawingml/2006/main">
              <a:ext uri="{FF2B5EF4-FFF2-40B4-BE49-F238E27FC236}">
                <a16:creationId xmlns:a16="http://schemas.microsoft.com/office/drawing/2014/main" id="{16FD1B21-D1C6-4439-8CEE-34D6D379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תנאי לתפקיד או למסמך</a:t>
            </a:r>
          </a:p>
        </p:txBody>
      </p:sp>
      <p:sp>
        <p:nvSpPr>
          <p:cNvPr id="7" name="text-172">
            <a:extLst xmlns:a="http://schemas.openxmlformats.org/drawingml/2006/main">
              <a:ext uri="{FF2B5EF4-FFF2-40B4-BE49-F238E27FC236}">
                <a16:creationId xmlns:a16="http://schemas.microsoft.com/office/drawing/2014/main" id="{3523680D-FCC3-4466-B667-CA463C4A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מגדירים הכללה לפי נתוני החבילה. ״כל התנאים״ דורש את כולם, ו״אחד התנאים״ דורש לפחות אחד.</a:t>
            </a:r>
          </a:p>
        </p:txBody>
      </p:sp>
      <p:sp>
        <p:nvSpPr>
          <p:cNvPr id="8" name="text-173">
            <a:extLst xmlns:a="http://schemas.openxmlformats.org/drawingml/2006/main">
              <a:ext uri="{FF2B5EF4-FFF2-40B4-BE49-F238E27FC236}">
                <a16:creationId xmlns:a16="http://schemas.microsoft.com/office/drawing/2014/main" id="{E352CF61-B1C3-4931-A551-0F704A4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מה בודקים?</a:t>
            </a:r>
          </a:p>
        </p:txBody>
      </p:sp>
      <p:sp>
        <p:nvSpPr>
          <p:cNvPr id="9" name="text-174">
            <a:extLst xmlns:a="http://schemas.openxmlformats.org/drawingml/2006/main">
              <a:ext uri="{FF2B5EF4-FFF2-40B4-BE49-F238E27FC236}">
                <a16:creationId xmlns:a16="http://schemas.microsoft.com/office/drawing/2014/main" id="{D05323C6-3B79-4134-A788-FC9AF1DD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בסיכום לפני השליחה רואים אילו תפקידים ומסמכים נכללו. מידע חסר שמכריע תנאי דורש תיקון.</a:t>
            </a:r>
          </a:p>
        </p:txBody>
      </p:sp>
      <p:sp>
        <p:nvSpPr>
          <p:cNvPr id="10" name="text-175">
            <a:extLst xmlns:a="http://schemas.openxmlformats.org/drawingml/2006/main">
              <a:ext uri="{FF2B5EF4-FFF2-40B4-BE49-F238E27FC236}">
                <a16:creationId xmlns:a16="http://schemas.microsoft.com/office/drawing/2014/main" id="{46F4AB26-D6DF-4F09-A5AB-0FBC42C4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בדוגמת השכירות הבסיסית אין צורך בתנאים. מוסיפים אותם רק כשיש צורך בתהליך.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C2799-3839-46EB-9496-EBE7A2C8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76">
            <a:extLst xmlns:a="http://schemas.openxmlformats.org/drawingml/2006/main">
              <a:ext uri="{FF2B5EF4-FFF2-40B4-BE49-F238E27FC236}">
                <a16:creationId xmlns:a16="http://schemas.microsoft.com/office/drawing/2014/main" id="{AE22E5BC-02E8-4455-821A-DB066267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19</a:t>
            </a:r>
          </a:p>
        </p:txBody>
      </p:sp>
      <p:sp>
        <p:nvSpPr>
          <p:cNvPr id="13" name="text-177">
            <a:extLst xmlns:a="http://schemas.openxmlformats.org/drawingml/2006/main">
              <a:ext uri="{FF2B5EF4-FFF2-40B4-BE49-F238E27FC236}">
                <a16:creationId xmlns:a16="http://schemas.microsoft.com/office/drawing/2014/main" id="{AEC0C5ED-4C6E-4B30-97B5-1F9D88717B41}"/>
              </a:ext>
            </a:extLst>
            <a:hlinkClick xmlns:r="http://schemas.openxmlformats.org/officeDocument/2006/relationships" xmlns:a="http://schemas.openxmlformats.org/drawingml/2006/main" r:id="R024d6aab05fd432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1577602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78">
            <a:extLst xmlns:a="http://schemas.openxmlformats.org/drawingml/2006/main">
              <a:ext uri="{FF2B5EF4-FFF2-40B4-BE49-F238E27FC236}">
                <a16:creationId xmlns:a16="http://schemas.microsoft.com/office/drawing/2014/main" id="{4882F6D5-4DEE-4EE6-9A3E-C160EB77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8. בדיקה ופרסום התבנית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3BA37-7BF6-4C05-85A3-91EEE55308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ad116bd1d45d8"/>
          <a:stretch xmlns:a="http://schemas.openxmlformats.org/drawingml/2006/main"/>
        </p:blipFill>
        <p:spPr>
          <a:xfrm xmlns:a="http://schemas.openxmlformats.org/drawingml/2006/main">
            <a:off x="1122133" y="1304925"/>
            <a:ext cx="4766134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179">
            <a:extLst xmlns:a="http://schemas.openxmlformats.org/drawingml/2006/main">
              <a:ext uri="{FF2B5EF4-FFF2-40B4-BE49-F238E27FC236}">
                <a16:creationId xmlns:a16="http://schemas.microsoft.com/office/drawing/2014/main" id="{7BC06BFE-374B-45A6-9DB3-29E38377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180">
            <a:extLst xmlns:a="http://schemas.openxmlformats.org/drawingml/2006/main">
              <a:ext uri="{FF2B5EF4-FFF2-40B4-BE49-F238E27FC236}">
                <a16:creationId xmlns:a16="http://schemas.microsoft.com/office/drawing/2014/main" id="{3541C61B-9DDE-4114-9324-42E4ABA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התפקידים והסדר</a:t>
            </a:r>
          </a:p>
        </p:txBody>
      </p:sp>
      <p:sp>
        <p:nvSpPr>
          <p:cNvPr id="5" name="text-181">
            <a:extLst xmlns:a="http://schemas.openxmlformats.org/drawingml/2006/main">
              <a:ext uri="{FF2B5EF4-FFF2-40B4-BE49-F238E27FC236}">
                <a16:creationId xmlns:a16="http://schemas.microsoft.com/office/drawing/2014/main" id="{8A16B06E-14F4-49AB-90A3-1E8CC8C8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שוכר ומשכיר בשלב 1 ועורך דין בשלב 2.</a:t>
            </a:r>
          </a:p>
        </p:txBody>
      </p:sp>
      <p:sp>
        <p:nvSpPr>
          <p:cNvPr id="6" name="text-182">
            <a:extLst xmlns:a="http://schemas.openxmlformats.org/drawingml/2006/main">
              <a:ext uri="{FF2B5EF4-FFF2-40B4-BE49-F238E27FC236}">
                <a16:creationId xmlns:a16="http://schemas.microsoft.com/office/drawing/2014/main" id="{6102BC9B-A2EE-4048-AE2C-D226436E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1819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הקבצים והשדות</a:t>
            </a:r>
          </a:p>
        </p:txBody>
      </p:sp>
      <p:sp>
        <p:nvSpPr>
          <p:cNvPr id="7" name="text-183">
            <a:extLst xmlns:a="http://schemas.openxmlformats.org/drawingml/2006/main">
              <a:ext uri="{FF2B5EF4-FFF2-40B4-BE49-F238E27FC236}">
                <a16:creationId xmlns:a16="http://schemas.microsoft.com/office/drawing/2014/main" id="{B58440C7-D266-4A12-949A-D89FBCC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7201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שני PDFs, עם שלושה מיקומי חתימה בכל אחד.</a:t>
            </a:r>
          </a:p>
        </p:txBody>
      </p:sp>
      <p:sp>
        <p:nvSpPr>
          <p:cNvPr id="8" name="text-184">
            <a:extLst xmlns:a="http://schemas.openxmlformats.org/drawingml/2006/main">
              <a:ext uri="{FF2B5EF4-FFF2-40B4-BE49-F238E27FC236}">
                <a16:creationId xmlns:a16="http://schemas.microsoft.com/office/drawing/2014/main" id="{A38208CD-3FA9-4778-80F9-7935AF16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23501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שמירה או פרסום</a:t>
            </a:r>
          </a:p>
        </p:txBody>
      </p:sp>
      <p:sp>
        <p:nvSpPr>
          <p:cNvPr id="9" name="text-185">
            <a:extLst xmlns:a="http://schemas.openxmlformats.org/drawingml/2006/main">
              <a:ext uri="{FF2B5EF4-FFF2-40B4-BE49-F238E27FC236}">
                <a16:creationId xmlns:a16="http://schemas.microsoft.com/office/drawing/2014/main" id="{691B29C0-045E-4622-8B5E-FEB65E7C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8882"/>
            <a:ext cx="478155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״שמירת טיוטה״ שומרת להמשך עריכה. ״פרסום גרסת תבנית״ יוצר גרסה שאפשר להשתמש בה בשליחה.</a:t>
            </a:r>
          </a:p>
        </p:txBody>
      </p:sp>
      <p:sp>
        <p:nvSpPr>
          <p:cNvPr id="10" name="text-186">
            <a:extLst xmlns:a="http://schemas.openxmlformats.org/drawingml/2006/main">
              <a:ext uri="{FF2B5EF4-FFF2-40B4-BE49-F238E27FC236}">
                <a16:creationId xmlns:a16="http://schemas.microsoft.com/office/drawing/2014/main" id="{5AFE3385-C3CD-412E-AB32-F0BB1F4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שינויים בתבנית לא משנים חבילה שכבר נוצרה ממנה.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25377-01A6-433C-B253-01AFAE8D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87">
            <a:extLst xmlns:a="http://schemas.openxmlformats.org/drawingml/2006/main">
              <a:ext uri="{FF2B5EF4-FFF2-40B4-BE49-F238E27FC236}">
                <a16:creationId xmlns:a16="http://schemas.microsoft.com/office/drawing/2014/main" id="{6F2B0C42-4DF6-4468-8777-0A69573D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20</a:t>
            </a:r>
          </a:p>
        </p:txBody>
      </p:sp>
      <p:sp>
        <p:nvSpPr>
          <p:cNvPr id="13" name="text-188">
            <a:extLst xmlns:a="http://schemas.openxmlformats.org/drawingml/2006/main">
              <a:ext uri="{FF2B5EF4-FFF2-40B4-BE49-F238E27FC236}">
                <a16:creationId xmlns:a16="http://schemas.microsoft.com/office/drawing/2014/main" id="{9C2A3AD3-FA61-4EBD-A4B0-4543B625DC44}"/>
              </a:ext>
            </a:extLst>
            <a:hlinkClick xmlns:r="http://schemas.openxmlformats.org/officeDocument/2006/relationships" xmlns:a="http://schemas.openxmlformats.org/drawingml/2006/main" r:id="R1791f2b639a2421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4077462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89">
            <a:extLst xmlns:a="http://schemas.openxmlformats.org/drawingml/2006/main">
              <a:ext uri="{FF2B5EF4-FFF2-40B4-BE49-F238E27FC236}">
                <a16:creationId xmlns:a16="http://schemas.microsoft.com/office/drawing/2014/main" id="{E485C407-89FD-4D2D-803B-D956BEA4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9. שליחה מהתבנית שיצרנו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39DC3-9489-495F-A6B7-C708B343E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90aec133a4b6a"/>
          <a:stretch xmlns:a="http://schemas.openxmlformats.org/drawingml/2006/main"/>
        </p:blipFill>
        <p:spPr>
          <a:xfrm xmlns:a="http://schemas.openxmlformats.org/drawingml/2006/main">
            <a:off x="609600" y="1692502"/>
            <a:ext cx="5791200" cy="3834946"/>
          </a:xfrm>
          <a:prstGeom xmlns:a="http://schemas.openxmlformats.org/drawingml/2006/main" prst="rect">
            <a:avLst/>
          </a:prstGeom>
        </p:spPr>
      </p:pic>
      <p:sp>
        <p:nvSpPr>
          <p:cNvPr id="3" name="text-190">
            <a:extLst xmlns:a="http://schemas.openxmlformats.org/drawingml/2006/main">
              <a:ext uri="{FF2B5EF4-FFF2-40B4-BE49-F238E27FC236}">
                <a16:creationId xmlns:a16="http://schemas.microsoft.com/office/drawing/2014/main" id="{70A4047D-4BE4-471B-BB16-8E130981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191">
            <a:extLst xmlns:a="http://schemas.openxmlformats.org/drawingml/2006/main">
              <a:ext uri="{FF2B5EF4-FFF2-40B4-BE49-F238E27FC236}">
                <a16:creationId xmlns:a16="http://schemas.microsoft.com/office/drawing/2014/main" id="{4FA320C1-8A87-4D4E-8905-DBD30B89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בחירת התבנית</a:t>
            </a:r>
          </a:p>
        </p:txBody>
      </p:sp>
      <p:sp>
        <p:nvSpPr>
          <p:cNvPr id="5" name="text-192">
            <a:extLst xmlns:a="http://schemas.openxmlformats.org/drawingml/2006/main">
              <a:ext uri="{FF2B5EF4-FFF2-40B4-BE49-F238E27FC236}">
                <a16:creationId xmlns:a16="http://schemas.microsoft.com/office/drawing/2014/main" id="{F89D4A9F-1576-4593-838F-5FBD77E8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מוצאים את ״הסכם שכירות - שוכר, משכיר ועורך דין״.</a:t>
            </a:r>
          </a:p>
        </p:txBody>
      </p:sp>
      <p:sp>
        <p:nvSpPr>
          <p:cNvPr id="6" name="text-193">
            <a:extLst xmlns:a="http://schemas.openxmlformats.org/drawingml/2006/main">
              <a:ext uri="{FF2B5EF4-FFF2-40B4-BE49-F238E27FC236}">
                <a16:creationId xmlns:a16="http://schemas.microsoft.com/office/drawing/2014/main" id="{346B8C6D-4355-45C7-9149-BDF9A2F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המשך לשליחה</a:t>
            </a:r>
          </a:p>
        </p:txBody>
      </p:sp>
      <p:sp>
        <p:nvSpPr>
          <p:cNvPr id="7" name="text-194">
            <a:extLst xmlns:a="http://schemas.openxmlformats.org/drawingml/2006/main">
              <a:ext uri="{FF2B5EF4-FFF2-40B4-BE49-F238E27FC236}">
                <a16:creationId xmlns:a16="http://schemas.microsoft.com/office/drawing/2014/main" id="{D812EACF-6D1B-4CEF-8C0D-35FFA2DA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לוחצים ״שליחה מהתבנית״. ממשיכים עם התבנית והגרסה שבחרנו.</a:t>
            </a:r>
          </a:p>
        </p:txBody>
      </p:sp>
      <p:sp>
        <p:nvSpPr>
          <p:cNvPr id="8" name="text-195">
            <a:extLst xmlns:a="http://schemas.openxmlformats.org/drawingml/2006/main">
              <a:ext uri="{FF2B5EF4-FFF2-40B4-BE49-F238E27FC236}">
                <a16:creationId xmlns:a16="http://schemas.microsoft.com/office/drawing/2014/main" id="{F5917F33-03B4-49B4-9FAC-2FA5AE99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בדיקת ההקשר</a:t>
            </a:r>
          </a:p>
        </p:txBody>
      </p:sp>
      <p:sp>
        <p:nvSpPr>
          <p:cNvPr id="9" name="text-196">
            <a:extLst xmlns:a="http://schemas.openxmlformats.org/drawingml/2006/main">
              <a:ext uri="{FF2B5EF4-FFF2-40B4-BE49-F238E27FC236}">
                <a16:creationId xmlns:a16="http://schemas.microsoft.com/office/drawing/2014/main" id="{C6C47340-F56F-4F73-8A85-DF57813B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אם התחלתם מכרטיס לקוח או תיק, מוודאים שהלקוח או התיק המוצגים נכונים.</a:t>
            </a:r>
          </a:p>
        </p:txBody>
      </p:sp>
      <p:sp>
        <p:nvSpPr>
          <p:cNvPr id="10" name="text-197">
            <a:extLst xmlns:a="http://schemas.openxmlformats.org/drawingml/2006/main">
              <a:ext uri="{FF2B5EF4-FFF2-40B4-BE49-F238E27FC236}">
                <a16:creationId xmlns:a16="http://schemas.microsoft.com/office/drawing/2014/main" id="{C894D4BD-2A93-4ACE-990B-26370068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אין צורך לבחור שוב את אותה תבנית.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DC43B-57E2-449E-9D65-075F3040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198">
            <a:extLst xmlns:a="http://schemas.openxmlformats.org/drawingml/2006/main">
              <a:ext uri="{FF2B5EF4-FFF2-40B4-BE49-F238E27FC236}">
                <a16:creationId xmlns:a16="http://schemas.microsoft.com/office/drawing/2014/main" id="{94C60E97-C3B9-4D97-B1DC-C2E00E46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21</a:t>
            </a:r>
          </a:p>
        </p:txBody>
      </p:sp>
      <p:sp>
        <p:nvSpPr>
          <p:cNvPr id="13" name="text-199">
            <a:extLst xmlns:a="http://schemas.openxmlformats.org/drawingml/2006/main">
              <a:ext uri="{FF2B5EF4-FFF2-40B4-BE49-F238E27FC236}">
                <a16:creationId xmlns:a16="http://schemas.microsoft.com/office/drawing/2014/main" id="{A2E82740-DF04-476A-8166-205492A6B983}"/>
              </a:ext>
            </a:extLst>
            <a:hlinkClick xmlns:r="http://schemas.openxmlformats.org/officeDocument/2006/relationships" xmlns:a="http://schemas.openxmlformats.org/drawingml/2006/main" r:id="R31674510189f427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05998995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00">
            <a:extLst xmlns:a="http://schemas.openxmlformats.org/drawingml/2006/main">
              <a:ext uri="{FF2B5EF4-FFF2-40B4-BE49-F238E27FC236}">
                <a16:creationId xmlns:a16="http://schemas.microsoft.com/office/drawing/2014/main" id="{D068C15C-9DA5-4B6B-934C-19045C05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10. בחירת האנשים בפועל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FCAB9-9B26-4B24-95AA-1B84BC4B72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38ef967844cfc"/>
          <a:stretch xmlns:a="http://schemas.openxmlformats.org/drawingml/2006/main"/>
        </p:blipFill>
        <p:spPr>
          <a:xfrm xmlns:a="http://schemas.openxmlformats.org/drawingml/2006/main">
            <a:off x="609600" y="1931509"/>
            <a:ext cx="5791200" cy="3356933"/>
          </a:xfrm>
          <a:prstGeom xmlns:a="http://schemas.openxmlformats.org/drawingml/2006/main" prst="rect">
            <a:avLst/>
          </a:prstGeom>
        </p:spPr>
      </p:pic>
      <p:sp>
        <p:nvSpPr>
          <p:cNvPr id="3" name="text-201">
            <a:extLst xmlns:a="http://schemas.openxmlformats.org/drawingml/2006/main">
              <a:ext uri="{FF2B5EF4-FFF2-40B4-BE49-F238E27FC236}">
                <a16:creationId xmlns:a16="http://schemas.microsoft.com/office/drawing/2014/main" id="{8F0EB98E-F0AB-4CF7-8706-3AA74B51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202">
            <a:extLst xmlns:a="http://schemas.openxmlformats.org/drawingml/2006/main">
              <a:ext uri="{FF2B5EF4-FFF2-40B4-BE49-F238E27FC236}">
                <a16:creationId xmlns:a16="http://schemas.microsoft.com/office/drawing/2014/main" id="{1359AFCE-1AA0-447A-BD4D-49ACA9E1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שם השליחה</a:t>
            </a:r>
          </a:p>
        </p:txBody>
      </p:sp>
      <p:sp>
        <p:nvSpPr>
          <p:cNvPr id="5" name="text-203">
            <a:extLst xmlns:a="http://schemas.openxmlformats.org/drawingml/2006/main">
              <a:ext uri="{FF2B5EF4-FFF2-40B4-BE49-F238E27FC236}">
                <a16:creationId xmlns:a16="http://schemas.microsoft.com/office/drawing/2014/main" id="{C43F08E9-9B5C-41C6-85B0-545D334D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למשל ״הסכם שכירות - נועה ואורי״.</a:t>
            </a:r>
          </a:p>
        </p:txBody>
      </p:sp>
      <p:sp>
        <p:nvSpPr>
          <p:cNvPr id="6" name="text-204">
            <a:extLst xmlns:a="http://schemas.openxmlformats.org/drawingml/2006/main">
              <a:ext uri="{FF2B5EF4-FFF2-40B4-BE49-F238E27FC236}">
                <a16:creationId xmlns:a16="http://schemas.microsoft.com/office/drawing/2014/main" id="{337BB603-2387-4C1B-B361-961160A6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1819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עורכת הדין המשותפת</a:t>
            </a:r>
          </a:p>
        </p:txBody>
      </p:sp>
      <p:sp>
        <p:nvSpPr>
          <p:cNvPr id="7" name="text-205">
            <a:extLst xmlns:a="http://schemas.openxmlformats.org/drawingml/2006/main">
              <a:ext uri="{FF2B5EF4-FFF2-40B4-BE49-F238E27FC236}">
                <a16:creationId xmlns:a16="http://schemas.microsoft.com/office/drawing/2014/main" id="{61A67509-CCD2-4AB1-BB85-B3AEB948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7201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ממלאים את דנה פעם אחת באזור התפקידים המשותפים.</a:t>
            </a:r>
          </a:p>
        </p:txBody>
      </p:sp>
      <p:sp>
        <p:nvSpPr>
          <p:cNvPr id="8" name="text-206">
            <a:extLst xmlns:a="http://schemas.openxmlformats.org/drawingml/2006/main">
              <a:ext uri="{FF2B5EF4-FFF2-40B4-BE49-F238E27FC236}">
                <a16:creationId xmlns:a16="http://schemas.microsoft.com/office/drawing/2014/main" id="{E8CAFE8B-2F7F-47D8-8E6F-E81FA28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23501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חבילת העסקה</a:t>
            </a:r>
          </a:p>
        </p:txBody>
      </p:sp>
      <p:sp>
        <p:nvSpPr>
          <p:cNvPr id="9" name="text-207">
            <a:extLst xmlns:a="http://schemas.openxmlformats.org/drawingml/2006/main">
              <a:ext uri="{FF2B5EF4-FFF2-40B4-BE49-F238E27FC236}">
                <a16:creationId xmlns:a16="http://schemas.microsoft.com/office/drawing/2014/main" id="{7C637ACC-C628-469D-AD8A-D83BF108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88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בשורה של החבילה בוחרים את נועה כשוכרת ואת אורי כמשכיר, ואת פרטי הקשר של כל אחד.</a:t>
            </a:r>
          </a:p>
        </p:txBody>
      </p:sp>
      <p:sp>
        <p:nvSpPr>
          <p:cNvPr id="10" name="text-208">
            <a:extLst xmlns:a="http://schemas.openxmlformats.org/drawingml/2006/main">
              <a:ext uri="{FF2B5EF4-FFF2-40B4-BE49-F238E27FC236}">
                <a16:creationId xmlns:a16="http://schemas.microsoft.com/office/drawing/2014/main" id="{77964BE3-B79D-40AC-A502-6F0E604E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תפקידים וסדר כבר הוגדרו. כעת מצמידים לכל תפקיד אדם אמיתי.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7F0AA-B931-4E8A-9ED6-30A6149D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209">
            <a:extLst xmlns:a="http://schemas.openxmlformats.org/drawingml/2006/main">
              <a:ext uri="{FF2B5EF4-FFF2-40B4-BE49-F238E27FC236}">
                <a16:creationId xmlns:a16="http://schemas.microsoft.com/office/drawing/2014/main" id="{22D32CC2-704B-4A61-BF28-30D1E404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22</a:t>
            </a:r>
          </a:p>
        </p:txBody>
      </p:sp>
      <p:sp>
        <p:nvSpPr>
          <p:cNvPr id="13" name="text-210">
            <a:extLst xmlns:a="http://schemas.openxmlformats.org/drawingml/2006/main">
              <a:ext uri="{FF2B5EF4-FFF2-40B4-BE49-F238E27FC236}">
                <a16:creationId xmlns:a16="http://schemas.microsoft.com/office/drawing/2014/main" id="{A6AE10F8-0D71-49F9-B236-99ED6250E048}"/>
              </a:ext>
            </a:extLst>
            <a:hlinkClick xmlns:r="http://schemas.openxmlformats.org/officeDocument/2006/relationships" xmlns:a="http://schemas.openxmlformats.org/drawingml/2006/main" r:id="Rf7131e13a6ea4d19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3989268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11">
            <a:extLst xmlns:a="http://schemas.openxmlformats.org/drawingml/2006/main">
              <a:ext uri="{FF2B5EF4-FFF2-40B4-BE49-F238E27FC236}">
                <a16:creationId xmlns:a16="http://schemas.microsoft.com/office/drawing/2014/main" id="{3236E4B2-B624-4CDF-9E74-83A8E1A4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פרטי קשר, ערוץ וזהות</a:t>
            </a:r>
          </a:p>
        </p:txBody>
      </p:sp>
      <p:sp>
        <p:nvSpPr>
          <p:cNvPr id="2" name="text-212">
            <a:extLst xmlns:a="http://schemas.openxmlformats.org/drawingml/2006/main">
              <a:ext uri="{FF2B5EF4-FFF2-40B4-BE49-F238E27FC236}">
                <a16:creationId xmlns:a16="http://schemas.microsoft.com/office/drawing/2014/main" id="{2115BD13-60CB-460B-8B41-6AF52C13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אימייל או SMS</a:t>
            </a:r>
          </a:p>
        </p:txBody>
      </p:sp>
      <p:sp>
        <p:nvSpPr>
          <p:cNvPr id="3" name="text-213">
            <a:extLst xmlns:a="http://schemas.openxmlformats.org/drawingml/2006/main">
              <a:ext uri="{FF2B5EF4-FFF2-40B4-BE49-F238E27FC236}">
                <a16:creationId xmlns:a16="http://schemas.microsoft.com/office/drawing/2014/main" id="{2D8A6B0B-A86F-4580-8293-779F105D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בוחרים ערוץ שיש עבורו פרט קשר תקין. בודקים שהכתובת או הטלפון שייכים לאדם שאמור לחתום.</a:t>
            </a:r>
          </a:p>
        </p:txBody>
      </p:sp>
      <p:sp>
        <p:nvSpPr>
          <p:cNvPr id="4" name="text-214">
            <a:extLst xmlns:a="http://schemas.openxmlformats.org/drawingml/2006/main">
              <a:ext uri="{FF2B5EF4-FFF2-40B4-BE49-F238E27FC236}">
                <a16:creationId xmlns:a16="http://schemas.microsoft.com/office/drawing/2014/main" id="{586AAC41-038F-40F9-BBA2-D2F09EFE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אדם שמור</a:t>
            </a:r>
          </a:p>
        </p:txBody>
      </p:sp>
      <p:sp>
        <p:nvSpPr>
          <p:cNvPr id="5" name="text-215">
            <a:extLst xmlns:a="http://schemas.openxmlformats.org/drawingml/2006/main">
              <a:ext uri="{FF2B5EF4-FFF2-40B4-BE49-F238E27FC236}">
                <a16:creationId xmlns:a16="http://schemas.microsoft.com/office/drawing/2014/main" id="{E83FB2E0-59FC-487A-B8D4-234F1C9B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כשאפשר, בוחרים אדם קיים מהלקוחות או מהמשרד. כך משתמשים בזהות שמורה במפורש.</a:t>
            </a:r>
          </a:p>
        </p:txBody>
      </p:sp>
      <p:sp>
        <p:nvSpPr>
          <p:cNvPr id="6" name="text-216">
            <a:extLst xmlns:a="http://schemas.openxmlformats.org/drawingml/2006/main">
              <a:ext uri="{FF2B5EF4-FFF2-40B4-BE49-F238E27FC236}">
                <a16:creationId xmlns:a16="http://schemas.microsoft.com/office/drawing/2014/main" id="{308C2469-8A6F-4039-B1B5-7895D608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אותו אדם בכמה תפקידים</a:t>
            </a:r>
          </a:p>
        </p:txBody>
      </p:sp>
      <p:sp>
        <p:nvSpPr>
          <p:cNvPr id="7" name="text-217">
            <a:extLst xmlns:a="http://schemas.openxmlformats.org/drawingml/2006/main">
              <a:ext uri="{FF2B5EF4-FFF2-40B4-BE49-F238E27FC236}">
                <a16:creationId xmlns:a16="http://schemas.microsoft.com/office/drawing/2014/main" id="{2E5B5834-32EC-4439-ACB1-99643F3F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משתמשים באותה זהות שמורה או בקישור המפורש שמוצג. טלפון או אימייל זהים לבדם אינם מוכיחים שאלה אותו אדם.</a:t>
            </a:r>
          </a:p>
        </p:txBody>
      </p:sp>
      <p:sp>
        <p:nvSpPr>
          <p:cNvPr id="8" name="text-218">
            <a:extLst xmlns:a="http://schemas.openxmlformats.org/drawingml/2006/main">
              <a:ext uri="{FF2B5EF4-FFF2-40B4-BE49-F238E27FC236}">
                <a16:creationId xmlns:a16="http://schemas.microsoft.com/office/drawing/2014/main" id="{53C723F7-7EF7-4014-B06F-0AF19380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נתוני המסמך</a:t>
            </a:r>
          </a:p>
        </p:txBody>
      </p:sp>
      <p:sp>
        <p:nvSpPr>
          <p:cNvPr id="9" name="text-219">
            <a:extLst xmlns:a="http://schemas.openxmlformats.org/drawingml/2006/main">
              <a:ext uri="{FF2B5EF4-FFF2-40B4-BE49-F238E27FC236}">
                <a16:creationId xmlns:a16="http://schemas.microsoft.com/office/drawing/2014/main" id="{BE94C643-A5A2-431A-A548-398217C2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ממלאים גם את נתוני החבילה שנדרשו בתבנית. בדוגמה הבסיסית הקבצים הוכנו מראש.</a:t>
            </a:r>
          </a:p>
        </p:txBody>
      </p:sp>
      <p:sp>
        <p:nvSpPr>
          <p:cNvPr id="10" name="text-220">
            <a:extLst xmlns:a="http://schemas.openxmlformats.org/drawingml/2006/main">
              <a:ext uri="{FF2B5EF4-FFF2-40B4-BE49-F238E27FC236}">
                <a16:creationId xmlns:a16="http://schemas.microsoft.com/office/drawing/2014/main" id="{60E70832-95F9-4131-BCD7-096425ED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שם התפקיד נשאר קבוע. האדם ופרטי הקשר יכולים להשתנות בכל חבילה.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0A9FC-BCD2-4880-BC3E-C212C57E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221">
            <a:extLst xmlns:a="http://schemas.openxmlformats.org/drawingml/2006/main">
              <a:ext uri="{FF2B5EF4-FFF2-40B4-BE49-F238E27FC236}">
                <a16:creationId xmlns:a16="http://schemas.microsoft.com/office/drawing/2014/main" id="{7494352F-2374-409C-961E-6A393AF2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23</a:t>
            </a:r>
          </a:p>
        </p:txBody>
      </p:sp>
      <p:sp>
        <p:nvSpPr>
          <p:cNvPr id="13" name="text-222">
            <a:extLst xmlns:a="http://schemas.openxmlformats.org/drawingml/2006/main">
              <a:ext uri="{FF2B5EF4-FFF2-40B4-BE49-F238E27FC236}">
                <a16:creationId xmlns:a16="http://schemas.microsoft.com/office/drawing/2014/main" id="{E1BCE65B-310F-4944-AF23-36CA4774F796}"/>
              </a:ext>
            </a:extLst>
            <a:hlinkClick xmlns:r="http://schemas.openxmlformats.org/officeDocument/2006/relationships" xmlns:a="http://schemas.openxmlformats.org/drawingml/2006/main" r:id="R6dba13cac63045f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9593727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23">
            <a:extLst xmlns:a="http://schemas.openxmlformats.org/drawingml/2006/main">
              <a:ext uri="{FF2B5EF4-FFF2-40B4-BE49-F238E27FC236}">
                <a16:creationId xmlns:a16="http://schemas.microsoft.com/office/drawing/2014/main" id="{2174E57E-EC0C-4C27-8D6A-B9B611C1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Excel: איך יודעים מי השוכר ומי המשכיר?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3E09E-0460-449C-AD37-F29F41548363}"/>
              </a:ext>
            </a:extLst>
          </p:cNvPr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109728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476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אימייל משכיר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שם משכיר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אימייל שוכר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שם שוכר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מזהה חבילה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476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o1@example.invalid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אורי לוי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n1@example.invalid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נועה ישראלי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עסקה 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o2@example.invalid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מיכל כהן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n2@example.invalid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רון ישראלי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725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עסקה 2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224">
            <a:extLst xmlns:a="http://schemas.openxmlformats.org/drawingml/2006/main">
              <a:ext uri="{FF2B5EF4-FFF2-40B4-BE49-F238E27FC236}">
                <a16:creationId xmlns:a16="http://schemas.microsoft.com/office/drawing/2014/main" id="{ED5D5B16-000E-469F-8C2C-78DCAFA1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972800" cy="333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כל שורה היא חבילה</a:t>
            </a:r>
          </a:p>
        </p:txBody>
      </p:sp>
      <p:sp>
        <p:nvSpPr>
          <p:cNvPr id="4" name="text-225">
            <a:extLst xmlns:a="http://schemas.openxmlformats.org/drawingml/2006/main">
              <a:ext uri="{FF2B5EF4-FFF2-40B4-BE49-F238E27FC236}">
                <a16:creationId xmlns:a16="http://schemas.microsoft.com/office/drawing/2014/main" id="{4CB06311-5973-4FAD-ABC4-0609570C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931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כל עסקת שכירות מקבלת שורה עם שני התפקידים.</a:t>
            </a:r>
          </a:p>
        </p:txBody>
      </p:sp>
      <p:sp>
        <p:nvSpPr>
          <p:cNvPr id="5" name="text-226">
            <a:extLst xmlns:a="http://schemas.openxmlformats.org/drawingml/2006/main">
              <a:ext uri="{FF2B5EF4-FFF2-40B4-BE49-F238E27FC236}">
                <a16:creationId xmlns:a16="http://schemas.microsoft.com/office/drawing/2014/main" id="{E8C86998-AF6D-4110-9FAC-EE7B4E64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606"/>
            <a:ext cx="10972800" cy="333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המיפוי מפורש</a:t>
            </a:r>
          </a:p>
        </p:txBody>
      </p:sp>
      <p:sp>
        <p:nvSpPr>
          <p:cNvPr id="6" name="text-227">
            <a:extLst xmlns:a="http://schemas.openxmlformats.org/drawingml/2006/main">
              <a:ext uri="{FF2B5EF4-FFF2-40B4-BE49-F238E27FC236}">
                <a16:creationId xmlns:a16="http://schemas.microsoft.com/office/drawing/2014/main" id="{ADBE2346-BF0F-467A-AC21-8F8E787E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937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במסך היבוא משייכים ״שם שוכר״ לתפקיד שוכר ו״שם משכיר״ לתפקיד משכיר. סדר העמודות אינו סדר החתימה.</a:t>
            </a:r>
          </a:p>
        </p:txBody>
      </p:sp>
      <p:sp>
        <p:nvSpPr>
          <p:cNvPr id="7" name="text-228">
            <a:extLst xmlns:a="http://schemas.openxmlformats.org/drawingml/2006/main">
              <a:ext uri="{FF2B5EF4-FFF2-40B4-BE49-F238E27FC236}">
                <a16:creationId xmlns:a16="http://schemas.microsoft.com/office/drawing/2014/main" id="{FEFDF2D0-CFB8-4BDC-8070-636E76AE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5612"/>
            <a:ext cx="10972800" cy="333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חותם משותף</a:t>
            </a:r>
          </a:p>
        </p:txBody>
      </p:sp>
      <p:sp>
        <p:nvSpPr>
          <p:cNvPr id="8" name="text-229">
            <a:extLst xmlns:a="http://schemas.openxmlformats.org/drawingml/2006/main">
              <a:ext uri="{FF2B5EF4-FFF2-40B4-BE49-F238E27FC236}">
                <a16:creationId xmlns:a16="http://schemas.microsoft.com/office/drawing/2014/main" id="{1E84BEC9-F19D-401B-9116-2B092AD7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7943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0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דנה נבחרת מעל החבילות. אין צורך להקליד אותה מחדש בכל שורת Excel.</a:t>
            </a:r>
          </a:p>
        </p:txBody>
      </p:sp>
      <p:sp>
        <p:nvSpPr>
          <p:cNvPr id="9" name="text-230">
            <a:extLst xmlns:a="http://schemas.openxmlformats.org/drawingml/2006/main">
              <a:ext uri="{FF2B5EF4-FFF2-40B4-BE49-F238E27FC236}">
                <a16:creationId xmlns:a16="http://schemas.microsoft.com/office/drawing/2014/main" id="{F78DD919-DBCD-42B6-A25F-BB3B00D4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כתובות הדוגמה אינן נמענים אמיתיים. הסדר נקבע בשלבים של התבנית, ולא לפי מיקום העמודה בקובץ.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1008A-947A-400F-BE67-B98A2302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1" name="text-231">
            <a:extLst xmlns:a="http://schemas.openxmlformats.org/drawingml/2006/main">
              <a:ext uri="{FF2B5EF4-FFF2-40B4-BE49-F238E27FC236}">
                <a16:creationId xmlns:a16="http://schemas.microsoft.com/office/drawing/2014/main" id="{09681DBA-DEEC-461F-AA3C-8E04B20C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24</a:t>
            </a:r>
          </a:p>
        </p:txBody>
      </p:sp>
      <p:sp>
        <p:nvSpPr>
          <p:cNvPr id="12" name="text-232">
            <a:extLst xmlns:a="http://schemas.openxmlformats.org/drawingml/2006/main">
              <a:ext uri="{FF2B5EF4-FFF2-40B4-BE49-F238E27FC236}">
                <a16:creationId xmlns:a16="http://schemas.microsoft.com/office/drawing/2014/main" id="{F939063D-AE22-4D24-A768-09F7C592DFC9}"/>
              </a:ext>
            </a:extLst>
            <a:hlinkClick xmlns:r="http://schemas.openxmlformats.org/officeDocument/2006/relationships" xmlns:a="http://schemas.openxmlformats.org/drawingml/2006/main" r:id="R499c358e67a3464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62252918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33">
            <a:extLst xmlns:a="http://schemas.openxmlformats.org/drawingml/2006/main">
              <a:ext uri="{FF2B5EF4-FFF2-40B4-BE49-F238E27FC236}">
                <a16:creationId xmlns:a16="http://schemas.microsoft.com/office/drawing/2014/main" id="{F6B63B2D-9164-4D2A-8AD4-8FD1C37A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יבוא Excel ובדיקת השורות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464E5-23FA-44F7-A8DD-BC93D07975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484775c084dcb"/>
          <a:stretch xmlns:a="http://schemas.openxmlformats.org/drawingml/2006/main"/>
        </p:blipFill>
        <p:spPr>
          <a:xfrm xmlns:a="http://schemas.openxmlformats.org/drawingml/2006/main">
            <a:off x="629504" y="1304925"/>
            <a:ext cx="5751392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234">
            <a:extLst xmlns:a="http://schemas.openxmlformats.org/drawingml/2006/main">
              <a:ext uri="{FF2B5EF4-FFF2-40B4-BE49-F238E27FC236}">
                <a16:creationId xmlns:a16="http://schemas.microsoft.com/office/drawing/2014/main" id="{2B1DA00E-B647-4CF7-B0BF-BA230BC3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מדוגמה נוספת בפיצ׳ר</a:t>
            </a:r>
          </a:p>
        </p:txBody>
      </p:sp>
      <p:sp>
        <p:nvSpPr>
          <p:cNvPr id="4" name="text-235">
            <a:extLst xmlns:a="http://schemas.openxmlformats.org/drawingml/2006/main">
              <a:ext uri="{FF2B5EF4-FFF2-40B4-BE49-F238E27FC236}">
                <a16:creationId xmlns:a16="http://schemas.microsoft.com/office/drawing/2014/main" id="{015F1869-B3DE-4D75-B775-FA303479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הכנת הקובץ</a:t>
            </a:r>
          </a:p>
        </p:txBody>
      </p:sp>
      <p:sp>
        <p:nvSpPr>
          <p:cNvPr id="5" name="text-236">
            <a:extLst xmlns:a="http://schemas.openxmlformats.org/drawingml/2006/main">
              <a:ext uri="{FF2B5EF4-FFF2-40B4-BE49-F238E27FC236}">
                <a16:creationId xmlns:a16="http://schemas.microsoft.com/office/drawing/2014/main" id="{1710B55A-11F2-4B57-BCED-25C7BCC9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3556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קובץ xlsx עד 2MB, עם כותרות ברורות. בוחרים גיליון כשיש יותר מאחד.</a:t>
            </a:r>
          </a:p>
        </p:txBody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F6E4316C-51E3-44A3-AEC5-6854464E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6044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מיפוי ובדיקה</a:t>
            </a:r>
          </a:p>
        </p:txBody>
      </p:sp>
      <p:sp>
        <p:nvSpPr>
          <p:cNvPr id="7" name="text-238">
            <a:extLst xmlns:a="http://schemas.openxmlformats.org/drawingml/2006/main">
              <a:ext uri="{FF2B5EF4-FFF2-40B4-BE49-F238E27FC236}">
                <a16:creationId xmlns:a16="http://schemas.microsoft.com/office/drawing/2014/main" id="{B49368E6-B9D0-4635-8D96-B49059FB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781550" cy="95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ממפים לכל תפקיד שם ופרטי קשר, לכל אדם בתפקיד מקום נפרד, וגם את נתוני המסמך. בודקים את הדוגמאות.</a:t>
            </a:r>
          </a:p>
        </p:txBody>
      </p:sp>
      <p:sp>
        <p:nvSpPr>
          <p:cNvPr id="8" name="text-239">
            <a:extLst xmlns:a="http://schemas.openxmlformats.org/drawingml/2006/main">
              <a:ext uri="{FF2B5EF4-FFF2-40B4-BE49-F238E27FC236}">
                <a16:creationId xmlns:a16="http://schemas.microsoft.com/office/drawing/2014/main" id="{89E490F3-E910-40C2-B480-B7866F4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60044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תיקון לפני החלה</a:t>
            </a:r>
          </a:p>
        </p:txBody>
      </p:sp>
      <p:sp>
        <p:nvSpPr>
          <p:cNvPr id="9" name="text-240">
            <a:extLst xmlns:a="http://schemas.openxmlformats.org/drawingml/2006/main">
              <a:ext uri="{FF2B5EF4-FFF2-40B4-BE49-F238E27FC236}">
                <a16:creationId xmlns:a16="http://schemas.microsoft.com/office/drawing/2014/main" id="{88EF3BEB-2A4F-48CD-8DEE-F66D4D11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מתקנים כל שגיאה בקובץ או במיפוי. ״החלת היבוא״ זמינה רק כשכל השורות תקינות.</a:t>
            </a:r>
          </a:p>
        </p:txBody>
      </p:sp>
      <p:sp>
        <p:nvSpPr>
          <p:cNvPr id="10" name="text-241">
            <a:extLst xmlns:a="http://schemas.openxmlformats.org/drawingml/2006/main">
              <a:ext uri="{FF2B5EF4-FFF2-40B4-BE49-F238E27FC236}">
                <a16:creationId xmlns:a16="http://schemas.microsoft.com/office/drawing/2014/main" id="{06F15163-9F13-45FF-BEA5-FF143D96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לא שולחים יבוא חלקי מתוך קובץ שיש בו שגיאות. צילום מדוגמת יבוא נוספת.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9F137-0BF0-4BB5-B89E-E4F6F14D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242">
            <a:extLst xmlns:a="http://schemas.openxmlformats.org/drawingml/2006/main">
              <a:ext uri="{FF2B5EF4-FFF2-40B4-BE49-F238E27FC236}">
                <a16:creationId xmlns:a16="http://schemas.microsoft.com/office/drawing/2014/main" id="{F0523D42-1C82-4F1E-952D-4BBEA3B8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25</a:t>
            </a:r>
          </a:p>
        </p:txBody>
      </p:sp>
      <p:sp>
        <p:nvSpPr>
          <p:cNvPr id="13" name="text-243">
            <a:extLst xmlns:a="http://schemas.openxmlformats.org/drawingml/2006/main">
              <a:ext uri="{FF2B5EF4-FFF2-40B4-BE49-F238E27FC236}">
                <a16:creationId xmlns:a16="http://schemas.microsoft.com/office/drawing/2014/main" id="{D74D3768-70B6-4E5A-BE99-38E39604F1E0}"/>
              </a:ext>
            </a:extLst>
            <a:hlinkClick xmlns:r="http://schemas.openxmlformats.org/officeDocument/2006/relationships" xmlns:a="http://schemas.openxmlformats.org/drawingml/2006/main" r:id="Rdba424bb1d074b8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12211757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44">
            <a:extLst xmlns:a="http://schemas.openxmlformats.org/drawingml/2006/main">
              <a:ext uri="{FF2B5EF4-FFF2-40B4-BE49-F238E27FC236}">
                <a16:creationId xmlns:a16="http://schemas.microsoft.com/office/drawing/2014/main" id="{A87A44B4-6FCF-4175-B854-5DBDBFD5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11. בדיקה לפני אישור השליחה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F6D4D-184A-48E2-823A-CF61903754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9059681ee46ae"/>
          <a:stretch xmlns:a="http://schemas.openxmlformats.org/drawingml/2006/main"/>
        </p:blipFill>
        <p:spPr>
          <a:xfrm xmlns:a="http://schemas.openxmlformats.org/drawingml/2006/main">
            <a:off x="1764758" y="1304925"/>
            <a:ext cx="3480884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245">
            <a:extLst xmlns:a="http://schemas.openxmlformats.org/drawingml/2006/main">
              <a:ext uri="{FF2B5EF4-FFF2-40B4-BE49-F238E27FC236}">
                <a16:creationId xmlns:a16="http://schemas.microsoft.com/office/drawing/2014/main" id="{59803028-C54E-46F6-B965-E4A9611E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246">
            <a:extLst xmlns:a="http://schemas.openxmlformats.org/drawingml/2006/main">
              <a:ext uri="{FF2B5EF4-FFF2-40B4-BE49-F238E27FC236}">
                <a16:creationId xmlns:a16="http://schemas.microsoft.com/office/drawing/2014/main" id="{46AADC48-414C-4F4A-B241-30950BFB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בודקים בדוגמה?</a:t>
            </a:r>
          </a:p>
        </p:txBody>
      </p:sp>
      <p:sp>
        <p:nvSpPr>
          <p:cNvPr id="5" name="text-247">
            <a:extLst xmlns:a="http://schemas.openxmlformats.org/drawingml/2006/main">
              <a:ext uri="{FF2B5EF4-FFF2-40B4-BE49-F238E27FC236}">
                <a16:creationId xmlns:a16="http://schemas.microsoft.com/office/drawing/2014/main" id="{62CF0BDC-70B3-417C-A11D-46F8A1F1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חבילה אחת, שני מסמכים, נועה כשוכרת, אורי כמשכיר ודנה כעורכת דין.</a:t>
            </a:r>
          </a:p>
        </p:txBody>
      </p:sp>
      <p:sp>
        <p:nvSpPr>
          <p:cNvPr id="6" name="text-248">
            <a:extLst xmlns:a="http://schemas.openxmlformats.org/drawingml/2006/main">
              <a:ext uri="{FF2B5EF4-FFF2-40B4-BE49-F238E27FC236}">
                <a16:creationId xmlns:a16="http://schemas.microsoft.com/office/drawing/2014/main" id="{7C13B170-4626-4E51-B257-014C70A4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מי מתחיל?</a:t>
            </a:r>
          </a:p>
        </p:txBody>
      </p:sp>
      <p:sp>
        <p:nvSpPr>
          <p:cNvPr id="7" name="text-249">
            <a:extLst xmlns:a="http://schemas.openxmlformats.org/drawingml/2006/main">
              <a:ext uri="{FF2B5EF4-FFF2-40B4-BE49-F238E27FC236}">
                <a16:creationId xmlns:a16="http://schemas.microsoft.com/office/drawing/2014/main" id="{436CB4F5-0F81-4A98-BE47-B0FE7216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נועה ואורי בשלב הראשון. דנה ממתינה לסיום של שניהם.</a:t>
            </a:r>
          </a:p>
        </p:txBody>
      </p:sp>
      <p:sp>
        <p:nvSpPr>
          <p:cNvPr id="8" name="text-250">
            <a:extLst xmlns:a="http://schemas.openxmlformats.org/drawingml/2006/main">
              <a:ext uri="{FF2B5EF4-FFF2-40B4-BE49-F238E27FC236}">
                <a16:creationId xmlns:a16="http://schemas.microsoft.com/office/drawing/2014/main" id="{5393CF46-82CD-4270-84B8-17213E7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לפני אישור</a:t>
            </a:r>
          </a:p>
        </p:txBody>
      </p:sp>
      <p:sp>
        <p:nvSpPr>
          <p:cNvPr id="9" name="text-251">
            <a:extLst xmlns:a="http://schemas.openxmlformats.org/drawingml/2006/main">
              <a:ext uri="{FF2B5EF4-FFF2-40B4-BE49-F238E27FC236}">
                <a16:creationId xmlns:a16="http://schemas.microsoft.com/office/drawing/2014/main" id="{1AD44D06-7895-461C-8AC8-226D6155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פרטי קשר, ערוץ, נתוני מסמך, סמכויות אם נדרשו, ושאין שגיאות.</a:t>
            </a:r>
          </a:p>
        </p:txBody>
      </p:sp>
      <p:sp>
        <p:nvSpPr>
          <p:cNvPr id="10" name="text-252">
            <a:extLst xmlns:a="http://schemas.openxmlformats.org/drawingml/2006/main">
              <a:ext uri="{FF2B5EF4-FFF2-40B4-BE49-F238E27FC236}">
                <a16:creationId xmlns:a16="http://schemas.microsoft.com/office/drawing/2014/main" id="{78C30627-7460-4A27-909B-6AAE2F99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רק אחרי הבדיקה מאשרים את יצירת החבילות והמשלוח.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A73416-C376-42B3-8316-83D3174D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253">
            <a:extLst xmlns:a="http://schemas.openxmlformats.org/drawingml/2006/main">
              <a:ext uri="{FF2B5EF4-FFF2-40B4-BE49-F238E27FC236}">
                <a16:creationId xmlns:a16="http://schemas.microsoft.com/office/drawing/2014/main" id="{A95608BF-A700-4416-92DB-164A18D6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26</a:t>
            </a:r>
          </a:p>
        </p:txBody>
      </p:sp>
      <p:sp>
        <p:nvSpPr>
          <p:cNvPr id="13" name="text-254">
            <a:extLst xmlns:a="http://schemas.openxmlformats.org/drawingml/2006/main">
              <a:ext uri="{FF2B5EF4-FFF2-40B4-BE49-F238E27FC236}">
                <a16:creationId xmlns:a16="http://schemas.microsoft.com/office/drawing/2014/main" id="{038432C0-94C7-4043-AA63-5FAC9CA49E62}"/>
              </a:ext>
            </a:extLst>
            <a:hlinkClick xmlns:r="http://schemas.openxmlformats.org/officeDocument/2006/relationships" xmlns:a="http://schemas.openxmlformats.org/drawingml/2006/main" r:id="R96ba5d398d7d444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1256074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55">
            <a:extLst xmlns:a="http://schemas.openxmlformats.org/drawingml/2006/main">
              <a:ext uri="{FF2B5EF4-FFF2-40B4-BE49-F238E27FC236}">
                <a16:creationId xmlns:a16="http://schemas.microsoft.com/office/drawing/2014/main" id="{24F45D4A-A2BB-4789-9573-ECA8E4B0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12. מה קורה אחרי האישור?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661F5-6BA8-44EC-AF61-FE05A0980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85ce7b6594320"/>
          <a:stretch xmlns:a="http://schemas.openxmlformats.org/drawingml/2006/main"/>
        </p:blipFill>
        <p:spPr>
          <a:xfrm xmlns:a="http://schemas.openxmlformats.org/drawingml/2006/main">
            <a:off x="1292352" y="1304925"/>
            <a:ext cx="4425696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256">
            <a:extLst xmlns:a="http://schemas.openxmlformats.org/drawingml/2006/main">
              <a:ext uri="{FF2B5EF4-FFF2-40B4-BE49-F238E27FC236}">
                <a16:creationId xmlns:a16="http://schemas.microsoft.com/office/drawing/2014/main" id="{BB98C39D-6C00-4062-8E59-CC8401D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257">
            <a:extLst xmlns:a="http://schemas.openxmlformats.org/drawingml/2006/main">
              <a:ext uri="{FF2B5EF4-FFF2-40B4-BE49-F238E27FC236}">
                <a16:creationId xmlns:a16="http://schemas.microsoft.com/office/drawing/2014/main" id="{4EA780CB-A9FD-42E8-BCFB-E5F60B1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הבקשה נשמרה</a:t>
            </a:r>
          </a:p>
        </p:txBody>
      </p:sp>
      <p:sp>
        <p:nvSpPr>
          <p:cNvPr id="5" name="text-258">
            <a:extLst xmlns:a="http://schemas.openxmlformats.org/drawingml/2006/main">
              <a:ext uri="{FF2B5EF4-FFF2-40B4-BE49-F238E27FC236}">
                <a16:creationId xmlns:a16="http://schemas.microsoft.com/office/drawing/2014/main" id="{72E62E67-2EAF-410B-BD61-45806814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המערכת יצרה את החבילות ואת עבודות ההכנה והשליחה.</a:t>
            </a:r>
          </a:p>
        </p:txBody>
      </p:sp>
      <p:sp>
        <p:nvSpPr>
          <p:cNvPr id="6" name="text-259">
            <a:extLst xmlns:a="http://schemas.openxmlformats.org/drawingml/2006/main">
              <a:ext uri="{FF2B5EF4-FFF2-40B4-BE49-F238E27FC236}">
                <a16:creationId xmlns:a16="http://schemas.microsoft.com/office/drawing/2014/main" id="{8CA948F6-8216-41C1-9F50-B5CD71D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המשך ברקע</a:t>
            </a:r>
          </a:p>
        </p:txBody>
      </p:sp>
      <p:sp>
        <p:nvSpPr>
          <p:cNvPr id="7" name="text-260">
            <a:extLst xmlns:a="http://schemas.openxmlformats.org/drawingml/2006/main">
              <a:ext uri="{FF2B5EF4-FFF2-40B4-BE49-F238E27FC236}">
                <a16:creationId xmlns:a16="http://schemas.microsoft.com/office/drawing/2014/main" id="{6D6DD9CD-E01F-40E8-95DF-1043B781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אין צורך להשאיר את המסך פתוח. אפשר לעבור למעקב או להכין שליחה נוספת.</a:t>
            </a:r>
          </a:p>
        </p:txBody>
      </p:sp>
      <p:sp>
        <p:nvSpPr>
          <p:cNvPr id="8" name="text-261">
            <a:extLst xmlns:a="http://schemas.openxmlformats.org/drawingml/2006/main">
              <a:ext uri="{FF2B5EF4-FFF2-40B4-BE49-F238E27FC236}">
                <a16:creationId xmlns:a16="http://schemas.microsoft.com/office/drawing/2014/main" id="{2A876B87-6D0B-4552-8798-A6C965BE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מתי היא מוכנה?</a:t>
            </a:r>
          </a:p>
        </p:txBody>
      </p:sp>
      <p:sp>
        <p:nvSpPr>
          <p:cNvPr id="9" name="text-262">
            <a:extLst xmlns:a="http://schemas.openxmlformats.org/drawingml/2006/main">
              <a:ext uri="{FF2B5EF4-FFF2-40B4-BE49-F238E27FC236}">
                <a16:creationId xmlns:a16="http://schemas.microsoft.com/office/drawing/2014/main" id="{2D2DD245-ECF5-47B5-8F1B-B228723F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במסך המעקב כמה PDFs מוכנים ומה מצב המסירה לכל אדם.</a:t>
            </a:r>
          </a:p>
        </p:txBody>
      </p:sp>
      <p:sp>
        <p:nvSpPr>
          <p:cNvPr id="10" name="text-263">
            <a:extLst xmlns:a="http://schemas.openxmlformats.org/drawingml/2006/main">
              <a:ext uri="{FF2B5EF4-FFF2-40B4-BE49-F238E27FC236}">
                <a16:creationId xmlns:a16="http://schemas.microsoft.com/office/drawing/2014/main" id="{D4EA629F-08D8-4BD6-8996-C32E3C3B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״שליחה נוצרה״ עדיין אינה ״כל ההודעות נשלחו״ או ״כל המסמכים נחתמו״.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138413-E00F-4BFB-B3A1-62AD3736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264">
            <a:extLst xmlns:a="http://schemas.openxmlformats.org/drawingml/2006/main">
              <a:ext uri="{FF2B5EF4-FFF2-40B4-BE49-F238E27FC236}">
                <a16:creationId xmlns:a16="http://schemas.microsoft.com/office/drawing/2014/main" id="{825D95E0-0F36-4319-BF31-3EF8AE1D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27</a:t>
            </a:r>
          </a:p>
        </p:txBody>
      </p:sp>
      <p:sp>
        <p:nvSpPr>
          <p:cNvPr id="13" name="text-265">
            <a:extLst xmlns:a="http://schemas.openxmlformats.org/drawingml/2006/main">
              <a:ext uri="{FF2B5EF4-FFF2-40B4-BE49-F238E27FC236}">
                <a16:creationId xmlns:a16="http://schemas.microsoft.com/office/drawing/2014/main" id="{4A060455-8E31-4DDD-A34D-C14BC9171501}"/>
              </a:ext>
            </a:extLst>
            <a:hlinkClick xmlns:r="http://schemas.openxmlformats.org/officeDocument/2006/relationships" xmlns:a="http://schemas.openxmlformats.org/drawingml/2006/main" r:id="Rb1a98a032a7d421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396129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66">
            <a:extLst xmlns:a="http://schemas.openxmlformats.org/drawingml/2006/main">
              <a:ext uri="{FF2B5EF4-FFF2-40B4-BE49-F238E27FC236}">
                <a16:creationId xmlns:a16="http://schemas.microsoft.com/office/drawing/2014/main" id="{9B652594-2FD4-41FF-B671-90113DEE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13. החותם פותח את בקשת החתימה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AFCF1-25C2-4B77-9EB3-5840E7F3E6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ea43e832d745d7"/>
          <a:stretch xmlns:a="http://schemas.openxmlformats.org/drawingml/2006/main"/>
        </p:blipFill>
        <p:spPr>
          <a:xfrm xmlns:a="http://schemas.openxmlformats.org/drawingml/2006/main">
            <a:off x="1062241" y="1304925"/>
            <a:ext cx="4885918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267">
            <a:extLst xmlns:a="http://schemas.openxmlformats.org/drawingml/2006/main">
              <a:ext uri="{FF2B5EF4-FFF2-40B4-BE49-F238E27FC236}">
                <a16:creationId xmlns:a16="http://schemas.microsoft.com/office/drawing/2014/main" id="{ACFF2A32-0DDE-4587-A92E-6AE1BCA1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של תהליך החתימה בהדגמה מקומית</a:t>
            </a:r>
          </a:p>
        </p:txBody>
      </p:sp>
      <p:sp>
        <p:nvSpPr>
          <p:cNvPr id="4" name="text-268">
            <a:extLst xmlns:a="http://schemas.openxmlformats.org/drawingml/2006/main">
              <a:ext uri="{FF2B5EF4-FFF2-40B4-BE49-F238E27FC236}">
                <a16:creationId xmlns:a16="http://schemas.microsoft.com/office/drawing/2014/main" id="{9D618A12-399E-46EB-8B73-C043D3CA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פתיחת הקישור</a:t>
            </a:r>
          </a:p>
        </p:txBody>
      </p:sp>
      <p:sp>
        <p:nvSpPr>
          <p:cNvPr id="5" name="text-269">
            <a:extLst xmlns:a="http://schemas.openxmlformats.org/drawingml/2006/main">
              <a:ext uri="{FF2B5EF4-FFF2-40B4-BE49-F238E27FC236}">
                <a16:creationId xmlns:a16="http://schemas.microsoft.com/office/drawing/2014/main" id="{E4647991-D4A7-4956-9D4E-81CE79E6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החותם פותח את הקישור שקיבל ומעיין במסמך ובשדות ששויכו אליו.</a:t>
            </a:r>
          </a:p>
        </p:txBody>
      </p:sp>
      <p:sp>
        <p:nvSpPr>
          <p:cNvPr id="6" name="text-270">
            <a:extLst xmlns:a="http://schemas.openxmlformats.org/drawingml/2006/main">
              <a:ext uri="{FF2B5EF4-FFF2-40B4-BE49-F238E27FC236}">
                <a16:creationId xmlns:a16="http://schemas.microsoft.com/office/drawing/2014/main" id="{18FC7DD2-2456-44C8-9162-158C7326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המסמכים שלו בלבד</a:t>
            </a:r>
          </a:p>
        </p:txBody>
      </p:sp>
      <p:sp>
        <p:nvSpPr>
          <p:cNvPr id="7" name="text-271">
            <a:extLst xmlns:a="http://schemas.openxmlformats.org/drawingml/2006/main">
              <a:ext uri="{FF2B5EF4-FFF2-40B4-BE49-F238E27FC236}">
                <a16:creationId xmlns:a16="http://schemas.microsoft.com/office/drawing/2014/main" id="{23E5F97A-B94C-4B67-B25A-215A7796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הקישור מאפשר את המסמכים והמשימות שפתוחים עבורו בשלב הנוכחי.</a:t>
            </a:r>
          </a:p>
        </p:txBody>
      </p:sp>
      <p:sp>
        <p:nvSpPr>
          <p:cNvPr id="8" name="text-272">
            <a:extLst xmlns:a="http://schemas.openxmlformats.org/drawingml/2006/main">
              <a:ext uri="{FF2B5EF4-FFF2-40B4-BE49-F238E27FC236}">
                <a16:creationId xmlns:a16="http://schemas.microsoft.com/office/drawing/2014/main" id="{AD8E8076-47F9-4A87-B2C7-C0303814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תחילת חתימה</a:t>
            </a:r>
          </a:p>
        </p:txBody>
      </p:sp>
      <p:sp>
        <p:nvSpPr>
          <p:cNvPr id="9" name="text-273">
            <a:extLst xmlns:a="http://schemas.openxmlformats.org/drawingml/2006/main">
              <a:ext uri="{FF2B5EF4-FFF2-40B4-BE49-F238E27FC236}">
                <a16:creationId xmlns:a16="http://schemas.microsoft.com/office/drawing/2014/main" id="{6770F1C8-C1DD-4C86-9568-02090D11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משתמשים בחלון החתימה המוכר של הפלטפורמה. לא עוברים לתהליך חתימה חדש.</a:t>
            </a:r>
          </a:p>
        </p:txBody>
      </p:sp>
      <p:sp>
        <p:nvSpPr>
          <p:cNvPr id="10" name="text-274">
            <a:extLst xmlns:a="http://schemas.openxmlformats.org/drawingml/2006/main">
              <a:ext uri="{FF2B5EF4-FFF2-40B4-BE49-F238E27FC236}">
                <a16:creationId xmlns:a16="http://schemas.microsoft.com/office/drawing/2014/main" id="{C4948A5F-8DB4-4A3B-AB5E-8BC9F062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הצילום הוא הדגמה מקומית של המסך הקיים, עם מסמכים ואנשים בדויים.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313D7-08E4-402D-B485-D12357DC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275">
            <a:extLst xmlns:a="http://schemas.openxmlformats.org/drawingml/2006/main">
              <a:ext uri="{FF2B5EF4-FFF2-40B4-BE49-F238E27FC236}">
                <a16:creationId xmlns:a16="http://schemas.microsoft.com/office/drawing/2014/main" id="{E65CC1FA-E4DE-4425-ADED-9D6991F6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28</a:t>
            </a:r>
          </a:p>
        </p:txBody>
      </p:sp>
      <p:sp>
        <p:nvSpPr>
          <p:cNvPr id="13" name="text-276">
            <a:extLst xmlns:a="http://schemas.openxmlformats.org/drawingml/2006/main">
              <a:ext uri="{FF2B5EF4-FFF2-40B4-BE49-F238E27FC236}">
                <a16:creationId xmlns:a16="http://schemas.microsoft.com/office/drawing/2014/main" id="{0DB040DA-9AD8-4E18-8EFE-99BE05DB29DD}"/>
              </a:ext>
            </a:extLst>
            <a:hlinkClick xmlns:r="http://schemas.openxmlformats.org/officeDocument/2006/relationships" xmlns:a="http://schemas.openxmlformats.org/drawingml/2006/main" r:id="R80f0476e976e47c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986319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77">
            <a:extLst xmlns:a="http://schemas.openxmlformats.org/drawingml/2006/main">
              <a:ext uri="{FF2B5EF4-FFF2-40B4-BE49-F238E27FC236}">
                <a16:creationId xmlns:a16="http://schemas.microsoft.com/office/drawing/2014/main" id="{D8248722-83F3-4036-8B43-BC768A6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14. הסכמה ואימות בקוד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CB376-2514-4F1D-AE98-C5962C3028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e4d8aa9844233"/>
          <a:stretch xmlns:a="http://schemas.openxmlformats.org/drawingml/2006/main"/>
        </p:blipFill>
        <p:spPr>
          <a:xfrm xmlns:a="http://schemas.openxmlformats.org/drawingml/2006/main">
            <a:off x="957513" y="1304925"/>
            <a:ext cx="5095374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278">
            <a:extLst xmlns:a="http://schemas.openxmlformats.org/drawingml/2006/main">
              <a:ext uri="{FF2B5EF4-FFF2-40B4-BE49-F238E27FC236}">
                <a16:creationId xmlns:a16="http://schemas.microsoft.com/office/drawing/2014/main" id="{0F632ADB-5796-4B4D-8559-525C0CDE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של תהליך החתימה בהדגמה מקומית</a:t>
            </a:r>
          </a:p>
        </p:txBody>
      </p:sp>
      <p:sp>
        <p:nvSpPr>
          <p:cNvPr id="4" name="text-279">
            <a:extLst xmlns:a="http://schemas.openxmlformats.org/drawingml/2006/main">
              <a:ext uri="{FF2B5EF4-FFF2-40B4-BE49-F238E27FC236}">
                <a16:creationId xmlns:a16="http://schemas.microsoft.com/office/drawing/2014/main" id="{A71D6CD6-B2F5-4EBB-BC9A-E93A5D9C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הסכמה</a:t>
            </a:r>
          </a:p>
        </p:txBody>
      </p:sp>
      <p:sp>
        <p:nvSpPr>
          <p:cNvPr id="5" name="text-280">
            <a:extLst xmlns:a="http://schemas.openxmlformats.org/drawingml/2006/main">
              <a:ext uri="{FF2B5EF4-FFF2-40B4-BE49-F238E27FC236}">
                <a16:creationId xmlns:a16="http://schemas.microsoft.com/office/drawing/2014/main" id="{0BD3EF91-0C27-4E49-9EEE-1376122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3556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קוראים את ההסבר ומאשרים במפורש את הפעולה והמסמכים הכלולים.</a:t>
            </a:r>
          </a:p>
        </p:txBody>
      </p:sp>
      <p:sp>
        <p:nvSpPr>
          <p:cNvPr id="6" name="text-281">
            <a:extLst xmlns:a="http://schemas.openxmlformats.org/drawingml/2006/main">
              <a:ext uri="{FF2B5EF4-FFF2-40B4-BE49-F238E27FC236}">
                <a16:creationId xmlns:a16="http://schemas.microsoft.com/office/drawing/2014/main" id="{40F0128F-6214-4D9F-AFC1-D4A9CCC4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6044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קוד אישי</a:t>
            </a:r>
          </a:p>
        </p:txBody>
      </p:sp>
      <p:sp>
        <p:nvSpPr>
          <p:cNvPr id="7" name="text-282">
            <a:extLst xmlns:a="http://schemas.openxmlformats.org/drawingml/2006/main">
              <a:ext uri="{FF2B5EF4-FFF2-40B4-BE49-F238E27FC236}">
                <a16:creationId xmlns:a16="http://schemas.microsoft.com/office/drawing/2014/main" id="{606D7BE5-46A0-4137-8F15-100EB66A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משתמשים בקוד בן שש ספרות שקיבלתם בערוץ האימות.</a:t>
            </a:r>
          </a:p>
        </p:txBody>
      </p:sp>
      <p:sp>
        <p:nvSpPr>
          <p:cNvPr id="8" name="text-283">
            <a:extLst xmlns:a="http://schemas.openxmlformats.org/drawingml/2006/main">
              <a:ext uri="{FF2B5EF4-FFF2-40B4-BE49-F238E27FC236}">
                <a16:creationId xmlns:a16="http://schemas.microsoft.com/office/drawing/2014/main" id="{F9CAFE94-8930-4B8A-87E0-D174D36A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62388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בדיקה אוטומטית</a:t>
            </a:r>
          </a:p>
        </p:txBody>
      </p:sp>
      <p:sp>
        <p:nvSpPr>
          <p:cNvPr id="9" name="text-284">
            <a:extLst xmlns:a="http://schemas.openxmlformats.org/drawingml/2006/main">
              <a:ext uri="{FF2B5EF4-FFF2-40B4-BE49-F238E27FC236}">
                <a16:creationId xmlns:a16="http://schemas.microsoft.com/office/drawing/2014/main" id="{13D7776B-9EAD-4F59-BD38-E6900896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6244"/>
            <a:ext cx="4781550" cy="95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הזנת שש ספרות מפעילה את האימות. בקוד שגוי מתקנים אותו או מבקשים קוד חדש לפי האפשרות המוצגת.</a:t>
            </a:r>
          </a:p>
        </p:txBody>
      </p:sp>
      <p:sp>
        <p:nvSpPr>
          <p:cNvPr id="10" name="text-285">
            <a:extLst xmlns:a="http://schemas.openxmlformats.org/drawingml/2006/main">
              <a:ext uri="{FF2B5EF4-FFF2-40B4-BE49-F238E27FC236}">
                <a16:creationId xmlns:a16="http://schemas.microsoft.com/office/drawing/2014/main" id="{33768F71-7CA2-49D9-A66D-0D172EE6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אין צורך בכפתור ״אמת״ נוסף. בצילום זה האימות מדומה ולא נשלחה הודעה.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1B040-8028-4F4C-9B6C-B16B7065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286">
            <a:extLst xmlns:a="http://schemas.openxmlformats.org/drawingml/2006/main">
              <a:ext uri="{FF2B5EF4-FFF2-40B4-BE49-F238E27FC236}">
                <a16:creationId xmlns:a16="http://schemas.microsoft.com/office/drawing/2014/main" id="{F2411CF1-757F-42FB-9DC5-7C9EDB65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29</a:t>
            </a:r>
          </a:p>
        </p:txBody>
      </p:sp>
      <p:sp>
        <p:nvSpPr>
          <p:cNvPr id="13" name="text-287">
            <a:extLst xmlns:a="http://schemas.openxmlformats.org/drawingml/2006/main">
              <a:ext uri="{FF2B5EF4-FFF2-40B4-BE49-F238E27FC236}">
                <a16:creationId xmlns:a16="http://schemas.microsoft.com/office/drawing/2014/main" id="{54AFF2CD-8982-44AB-B470-14DBD7889824}"/>
              </a:ext>
            </a:extLst>
            <a:hlinkClick xmlns:r="http://schemas.openxmlformats.org/officeDocument/2006/relationships" xmlns:a="http://schemas.openxmlformats.org/drawingml/2006/main" r:id="R6085c34b62ab400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25126518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88">
            <a:extLst xmlns:a="http://schemas.openxmlformats.org/drawingml/2006/main">
              <a:ext uri="{FF2B5EF4-FFF2-40B4-BE49-F238E27FC236}">
                <a16:creationId xmlns:a16="http://schemas.microsoft.com/office/drawing/2014/main" id="{609E99DA-8025-43D3-BFE2-157ED7D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15. ציור החתימה ואישור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749F2-89F6-4BCD-BA09-2C1810965D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4e027be044d97"/>
          <a:stretch xmlns:a="http://schemas.openxmlformats.org/drawingml/2006/main"/>
        </p:blipFill>
        <p:spPr>
          <a:xfrm xmlns:a="http://schemas.openxmlformats.org/drawingml/2006/main">
            <a:off x="1162972" y="1304925"/>
            <a:ext cx="4684456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289">
            <a:extLst xmlns:a="http://schemas.openxmlformats.org/drawingml/2006/main">
              <a:ext uri="{FF2B5EF4-FFF2-40B4-BE49-F238E27FC236}">
                <a16:creationId xmlns:a16="http://schemas.microsoft.com/office/drawing/2014/main" id="{F0AD7B47-DD3C-4914-8A7F-112E246D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של תהליך החתימה בהדגמה מקומית</a:t>
            </a:r>
          </a:p>
        </p:txBody>
      </p:sp>
      <p:sp>
        <p:nvSpPr>
          <p:cNvPr id="4" name="text-290">
            <a:extLst xmlns:a="http://schemas.openxmlformats.org/drawingml/2006/main">
              <a:ext uri="{FF2B5EF4-FFF2-40B4-BE49-F238E27FC236}">
                <a16:creationId xmlns:a16="http://schemas.microsoft.com/office/drawing/2014/main" id="{1D466BE7-DCBE-4698-85A1-DF01987C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ציור</a:t>
            </a:r>
          </a:p>
        </p:txBody>
      </p:sp>
      <p:sp>
        <p:nvSpPr>
          <p:cNvPr id="5" name="text-291">
            <a:extLst xmlns:a="http://schemas.openxmlformats.org/drawingml/2006/main">
              <a:ext uri="{FF2B5EF4-FFF2-40B4-BE49-F238E27FC236}">
                <a16:creationId xmlns:a16="http://schemas.microsoft.com/office/drawing/2014/main" id="{09D08C83-B707-48A6-95FE-0C7C6860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מציירים באזור החתימה. ״נקה״ מאפשר לצייר מחדש לפני האישור.</a:t>
            </a:r>
          </a:p>
        </p:txBody>
      </p:sp>
      <p:sp>
        <p:nvSpPr>
          <p:cNvPr id="6" name="text-292">
            <a:extLst xmlns:a="http://schemas.openxmlformats.org/drawingml/2006/main">
              <a:ext uri="{FF2B5EF4-FFF2-40B4-BE49-F238E27FC236}">
                <a16:creationId xmlns:a16="http://schemas.microsoft.com/office/drawing/2014/main" id="{CD2F8519-13C8-4120-9FAB-F5213857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שדות נוספים</a:t>
            </a:r>
          </a:p>
        </p:txBody>
      </p:sp>
      <p:sp>
        <p:nvSpPr>
          <p:cNvPr id="7" name="text-293">
            <a:extLst xmlns:a="http://schemas.openxmlformats.org/drawingml/2006/main">
              <a:ext uri="{FF2B5EF4-FFF2-40B4-BE49-F238E27FC236}">
                <a16:creationId xmlns:a16="http://schemas.microsoft.com/office/drawing/2014/main" id="{8424C306-C731-457B-AA47-BEE9BE2E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משלימים גם שדות חובה, למשל תאריך או תיבת סימון, אם התבנית דורשת אותם.</a:t>
            </a:r>
          </a:p>
        </p:txBody>
      </p:sp>
      <p:sp>
        <p:nvSpPr>
          <p:cNvPr id="8" name="text-294">
            <a:extLst xmlns:a="http://schemas.openxmlformats.org/drawingml/2006/main">
              <a:ext uri="{FF2B5EF4-FFF2-40B4-BE49-F238E27FC236}">
                <a16:creationId xmlns:a16="http://schemas.microsoft.com/office/drawing/2014/main" id="{4FCF0236-0007-4383-925A-CA0FBF4B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האישור</a:t>
            </a:r>
          </a:p>
        </p:txBody>
      </p:sp>
      <p:sp>
        <p:nvSpPr>
          <p:cNvPr id="9" name="text-295">
            <a:extLst xmlns:a="http://schemas.openxmlformats.org/drawingml/2006/main">
              <a:ext uri="{FF2B5EF4-FFF2-40B4-BE49-F238E27FC236}">
                <a16:creationId xmlns:a16="http://schemas.microsoft.com/office/drawing/2014/main" id="{8A7E67CD-B33C-4987-A6FA-25D0C4E5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את היקף הפעולה לפני שלוחצים על כפתור החתימה.</a:t>
            </a:r>
          </a:p>
        </p:txBody>
      </p:sp>
      <p:sp>
        <p:nvSpPr>
          <p:cNvPr id="10" name="text-296">
            <a:extLst xmlns:a="http://schemas.openxmlformats.org/drawingml/2006/main">
              <a:ext uri="{FF2B5EF4-FFF2-40B4-BE49-F238E27FC236}">
                <a16:creationId xmlns:a16="http://schemas.microsoft.com/office/drawing/2014/main" id="{F02579AE-1B88-49E4-A32B-B47CFB4D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החתימה נרשמת במקומות שהמשרד הגדיר עבור האדם. הצילום הוא הדגמה מקומית.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3592B-0F31-40DA-BA0E-B9BE910D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297">
            <a:extLst xmlns:a="http://schemas.openxmlformats.org/drawingml/2006/main">
              <a:ext uri="{FF2B5EF4-FFF2-40B4-BE49-F238E27FC236}">
                <a16:creationId xmlns:a16="http://schemas.microsoft.com/office/drawing/2014/main" id="{85B4C7C3-1818-4555-8968-7142CFEA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30</a:t>
            </a:r>
          </a:p>
        </p:txBody>
      </p:sp>
      <p:sp>
        <p:nvSpPr>
          <p:cNvPr id="13" name="text-298">
            <a:extLst xmlns:a="http://schemas.openxmlformats.org/drawingml/2006/main">
              <a:ext uri="{FF2B5EF4-FFF2-40B4-BE49-F238E27FC236}">
                <a16:creationId xmlns:a16="http://schemas.microsoft.com/office/drawing/2014/main" id="{976B78A2-865C-464E-BD3F-902BCF0F0ED1}"/>
              </a:ext>
            </a:extLst>
            <a:hlinkClick xmlns:r="http://schemas.openxmlformats.org/officeDocument/2006/relationships" xmlns:a="http://schemas.openxmlformats.org/drawingml/2006/main" r:id="R7d9adb21063b49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2693601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99">
            <a:extLst xmlns:a="http://schemas.openxmlformats.org/drawingml/2006/main">
              <a:ext uri="{FF2B5EF4-FFF2-40B4-BE49-F238E27FC236}">
                <a16:creationId xmlns:a16="http://schemas.microsoft.com/office/drawing/2014/main" id="{87091343-53F3-4624-A025-122F6CA7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״חתום על כל המסמכים״: מתי ולמה?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38E0E-42BC-4E68-8D46-330A8A94F1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33bc685574765"/>
          <a:stretch xmlns:a="http://schemas.openxmlformats.org/drawingml/2006/main"/>
        </p:blipFill>
        <p:spPr>
          <a:xfrm xmlns:a="http://schemas.openxmlformats.org/drawingml/2006/main">
            <a:off x="1236166" y="1304925"/>
            <a:ext cx="4538067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300">
            <a:extLst xmlns:a="http://schemas.openxmlformats.org/drawingml/2006/main">
              <a:ext uri="{FF2B5EF4-FFF2-40B4-BE49-F238E27FC236}">
                <a16:creationId xmlns:a16="http://schemas.microsoft.com/office/drawing/2014/main" id="{4DD442BA-A3D2-4042-B754-8CEC4FF6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של תהליך החתימה בהדגמה מקומית</a:t>
            </a:r>
          </a:p>
        </p:txBody>
      </p:sp>
      <p:sp>
        <p:nvSpPr>
          <p:cNvPr id="4" name="text-301">
            <a:extLst xmlns:a="http://schemas.openxmlformats.org/drawingml/2006/main">
              <a:ext uri="{FF2B5EF4-FFF2-40B4-BE49-F238E27FC236}">
                <a16:creationId xmlns:a16="http://schemas.microsoft.com/office/drawing/2014/main" id="{EC125CEE-6A72-4633-BEAA-02F5D0F1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מתי הכפתור מופיע?</a:t>
            </a:r>
          </a:p>
        </p:txBody>
      </p:sp>
      <p:sp>
        <p:nvSpPr>
          <p:cNvPr id="5" name="text-302">
            <a:extLst xmlns:a="http://schemas.openxmlformats.org/drawingml/2006/main">
              <a:ext uri="{FF2B5EF4-FFF2-40B4-BE49-F238E27FC236}">
                <a16:creationId xmlns:a16="http://schemas.microsoft.com/office/drawing/2014/main" id="{89FBE281-D162-4D2E-8744-262D33CA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3556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כשיש לפחות שני PDFs שונים שמוכנים לאותו אדם עכשיו.</a:t>
            </a:r>
          </a:p>
        </p:txBody>
      </p:sp>
      <p:sp>
        <p:nvSpPr>
          <p:cNvPr id="6" name="text-303">
            <a:extLst xmlns:a="http://schemas.openxmlformats.org/drawingml/2006/main">
              <a:ext uri="{FF2B5EF4-FFF2-40B4-BE49-F238E27FC236}">
                <a16:creationId xmlns:a16="http://schemas.microsoft.com/office/drawing/2014/main" id="{872E48D7-DF2A-4E10-A97C-5CA83E7F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6044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הוא כולל?</a:t>
            </a:r>
          </a:p>
        </p:txBody>
      </p:sp>
      <p:sp>
        <p:nvSpPr>
          <p:cNvPr id="7" name="text-304">
            <a:extLst xmlns:a="http://schemas.openxmlformats.org/drawingml/2006/main">
              <a:ext uri="{FF2B5EF4-FFF2-40B4-BE49-F238E27FC236}">
                <a16:creationId xmlns:a16="http://schemas.microsoft.com/office/drawing/2014/main" id="{ED531D41-069D-442A-B577-B2E01D5C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רק את הקבוצה שמוצגת ומאושרת. עוברים על כל המסמכים לפני האישור.</a:t>
            </a:r>
          </a:p>
        </p:txBody>
      </p:sp>
      <p:sp>
        <p:nvSpPr>
          <p:cNvPr id="8" name="text-305">
            <a:extLst xmlns:a="http://schemas.openxmlformats.org/drawingml/2006/main">
              <a:ext uri="{FF2B5EF4-FFF2-40B4-BE49-F238E27FC236}">
                <a16:creationId xmlns:a16="http://schemas.microsoft.com/office/drawing/2014/main" id="{08BD8795-9BD6-4F00-809B-D3041162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62388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מה הוא אינו כולל?</a:t>
            </a:r>
          </a:p>
        </p:txBody>
      </p:sp>
      <p:sp>
        <p:nvSpPr>
          <p:cNvPr id="9" name="text-306">
            <a:extLst xmlns:a="http://schemas.openxmlformats.org/drawingml/2006/main">
              <a:ext uri="{FF2B5EF4-FFF2-40B4-BE49-F238E27FC236}">
                <a16:creationId xmlns:a16="http://schemas.microsoft.com/office/drawing/2014/main" id="{159C1D60-1C5E-456B-B6B0-7AB7E7A6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6244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PDF עתידי, אדם אחר או שלב שטרם נפתח. PDF אחד עם הרבה עמודים אינו מספיק להצגת הכפתור.</a:t>
            </a:r>
          </a:p>
        </p:txBody>
      </p:sp>
      <p:sp>
        <p:nvSpPr>
          <p:cNvPr id="10" name="text-307">
            <a:extLst xmlns:a="http://schemas.openxmlformats.org/drawingml/2006/main">
              <a:ext uri="{FF2B5EF4-FFF2-40B4-BE49-F238E27FC236}">
                <a16:creationId xmlns:a16="http://schemas.microsoft.com/office/drawing/2014/main" id="{13738AA6-C769-482D-9F60-1C039AE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״חתום על הכל״ בתוך מסמך מתייחס למיקומי החתימה באותו PDF. ״כל המסמכים״ מתייחס לכמה PDFs.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F69E7-C1A8-4AD3-93F7-A6D5FDE7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08">
            <a:extLst xmlns:a="http://schemas.openxmlformats.org/drawingml/2006/main">
              <a:ext uri="{FF2B5EF4-FFF2-40B4-BE49-F238E27FC236}">
                <a16:creationId xmlns:a16="http://schemas.microsoft.com/office/drawing/2014/main" id="{76CD6FC0-75E8-443C-ABA3-9553C92F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31</a:t>
            </a:r>
          </a:p>
        </p:txBody>
      </p:sp>
      <p:sp>
        <p:nvSpPr>
          <p:cNvPr id="13" name="text-309">
            <a:extLst xmlns:a="http://schemas.openxmlformats.org/drawingml/2006/main">
              <a:ext uri="{FF2B5EF4-FFF2-40B4-BE49-F238E27FC236}">
                <a16:creationId xmlns:a16="http://schemas.microsoft.com/office/drawing/2014/main" id="{BBE605C8-D055-4BAF-A4FE-83BA1B47E362}"/>
              </a:ext>
            </a:extLst>
            <a:hlinkClick xmlns:r="http://schemas.openxmlformats.org/officeDocument/2006/relationships" xmlns:a="http://schemas.openxmlformats.org/drawingml/2006/main" r:id="R7153855c8989420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0606104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10">
            <a:extLst xmlns:a="http://schemas.openxmlformats.org/drawingml/2006/main">
              <a:ext uri="{FF2B5EF4-FFF2-40B4-BE49-F238E27FC236}">
                <a16:creationId xmlns:a16="http://schemas.microsoft.com/office/drawing/2014/main" id="{D478A419-4526-445A-BEFD-94107070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16. סיום, ואחר כך עורך הדין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2FD8-AA3B-402B-8A0F-255A34FB1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44593976e4762"/>
          <a:stretch xmlns:a="http://schemas.openxmlformats.org/drawingml/2006/main"/>
        </p:blipFill>
        <p:spPr>
          <a:xfrm xmlns:a="http://schemas.openxmlformats.org/drawingml/2006/main">
            <a:off x="609600" y="1578733"/>
            <a:ext cx="5791200" cy="4062484"/>
          </a:xfrm>
          <a:prstGeom xmlns:a="http://schemas.openxmlformats.org/drawingml/2006/main" prst="rect">
            <a:avLst/>
          </a:prstGeom>
        </p:spPr>
      </p:pic>
      <p:sp>
        <p:nvSpPr>
          <p:cNvPr id="3" name="text-311">
            <a:extLst xmlns:a="http://schemas.openxmlformats.org/drawingml/2006/main">
              <a:ext uri="{FF2B5EF4-FFF2-40B4-BE49-F238E27FC236}">
                <a16:creationId xmlns:a16="http://schemas.microsoft.com/office/drawing/2014/main" id="{CDEA1F9C-9504-4C6E-B07B-AE2D59D8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של תהליך החתימה בהדגמה מקומית</a:t>
            </a:r>
          </a:p>
        </p:txBody>
      </p:sp>
      <p:sp>
        <p:nvSpPr>
          <p:cNvPr id="4" name="text-312">
            <a:extLst xmlns:a="http://schemas.openxmlformats.org/drawingml/2006/main">
              <a:ext uri="{FF2B5EF4-FFF2-40B4-BE49-F238E27FC236}">
                <a16:creationId xmlns:a16="http://schemas.microsoft.com/office/drawing/2014/main" id="{FD2BAB83-3FE4-4430-9FE5-E24292D1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אחרי חתימה על כל הקבוצה</a:t>
            </a:r>
          </a:p>
        </p:txBody>
      </p:sp>
      <p:sp>
        <p:nvSpPr>
          <p:cNvPr id="5" name="text-313">
            <a:extLst xmlns:a="http://schemas.openxmlformats.org/drawingml/2006/main">
              <a:ext uri="{FF2B5EF4-FFF2-40B4-BE49-F238E27FC236}">
                <a16:creationId xmlns:a16="http://schemas.microsoft.com/office/drawing/2014/main" id="{B4B54785-41F8-4089-A22A-E88D81B4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מופיע רק ״סיום״, בלי ״המסמך הבא״.</a:t>
            </a:r>
          </a:p>
        </p:txBody>
      </p:sp>
      <p:sp>
        <p:nvSpPr>
          <p:cNvPr id="6" name="text-314">
            <a:extLst xmlns:a="http://schemas.openxmlformats.org/drawingml/2006/main">
              <a:ext uri="{FF2B5EF4-FFF2-40B4-BE49-F238E27FC236}">
                <a16:creationId xmlns:a16="http://schemas.microsoft.com/office/drawing/2014/main" id="{6BF9F644-775F-4E0C-B71C-C02543AA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61819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לאן סיום מחזיר?</a:t>
            </a:r>
          </a:p>
        </p:txBody>
      </p:sp>
      <p:sp>
        <p:nvSpPr>
          <p:cNvPr id="7" name="text-315">
            <a:extLst xmlns:a="http://schemas.openxmlformats.org/drawingml/2006/main">
              <a:ext uri="{FF2B5EF4-FFF2-40B4-BE49-F238E27FC236}">
                <a16:creationId xmlns:a16="http://schemas.microsoft.com/office/drawing/2014/main" id="{F632F616-904A-4491-BBEA-D2A0AE96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7201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עובד משרד או עורך דין לדשבורד הניהול. לקוח לדשבורד הלקוח. אורח למסך ההתחברות.</a:t>
            </a:r>
          </a:p>
        </p:txBody>
      </p:sp>
      <p:sp>
        <p:nvSpPr>
          <p:cNvPr id="8" name="text-316">
            <a:extLst xmlns:a="http://schemas.openxmlformats.org/drawingml/2006/main">
              <a:ext uri="{FF2B5EF4-FFF2-40B4-BE49-F238E27FC236}">
                <a16:creationId xmlns:a16="http://schemas.microsoft.com/office/drawing/2014/main" id="{900CAF00-2E22-4C07-B8D1-00A0B911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23501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השלב הבא בדוגמה</a:t>
            </a:r>
          </a:p>
        </p:txBody>
      </p:sp>
      <p:sp>
        <p:nvSpPr>
          <p:cNvPr id="9" name="text-317">
            <a:extLst xmlns:a="http://schemas.openxmlformats.org/drawingml/2006/main">
              <a:ext uri="{FF2B5EF4-FFF2-40B4-BE49-F238E27FC236}">
                <a16:creationId xmlns:a16="http://schemas.microsoft.com/office/drawing/2014/main" id="{49732BBF-B635-42AF-A7F6-8257D673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8882"/>
            <a:ext cx="4781550" cy="995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אחרי שנועה ואורי השלימו, דנה יכולה לחתום. אם אותו אדם חוזר בשלב מאוחר, הוא מאשר מחדש ומבצע אימות חדש.</a:t>
            </a:r>
          </a:p>
        </p:txBody>
      </p:sp>
      <p:sp>
        <p:nvSpPr>
          <p:cNvPr id="10" name="text-318">
            <a:extLst xmlns:a="http://schemas.openxmlformats.org/drawingml/2006/main">
              <a:ext uri="{FF2B5EF4-FFF2-40B4-BE49-F238E27FC236}">
                <a16:creationId xmlns:a16="http://schemas.microsoft.com/office/drawing/2014/main" id="{57BF6110-7397-4C6D-8FF6-2CF063AD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החתימה בשלב קודם אינה חותמת מראש על משימות של השלב הבא.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D4007-B246-4472-B332-43086F95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19">
            <a:extLst xmlns:a="http://schemas.openxmlformats.org/drawingml/2006/main">
              <a:ext uri="{FF2B5EF4-FFF2-40B4-BE49-F238E27FC236}">
                <a16:creationId xmlns:a16="http://schemas.microsoft.com/office/drawing/2014/main" id="{0BBE9333-2087-409D-8E8F-6BA5B593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32</a:t>
            </a:r>
          </a:p>
        </p:txBody>
      </p:sp>
      <p:sp>
        <p:nvSpPr>
          <p:cNvPr id="13" name="text-320">
            <a:extLst xmlns:a="http://schemas.openxmlformats.org/drawingml/2006/main">
              <a:ext uri="{FF2B5EF4-FFF2-40B4-BE49-F238E27FC236}">
                <a16:creationId xmlns:a16="http://schemas.microsoft.com/office/drawing/2014/main" id="{7B1EC8AE-B82A-4FB9-8EEC-ADB2DE523699}"/>
              </a:ext>
            </a:extLst>
            <a:hlinkClick xmlns:r="http://schemas.openxmlformats.org/officeDocument/2006/relationships" xmlns:a="http://schemas.openxmlformats.org/drawingml/2006/main" r:id="Rf2d652eac6c140e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4566722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21">
            <a:extLst xmlns:a="http://schemas.openxmlformats.org/drawingml/2006/main">
              <a:ext uri="{FF2B5EF4-FFF2-40B4-BE49-F238E27FC236}">
                <a16:creationId xmlns:a16="http://schemas.microsoft.com/office/drawing/2014/main" id="{F5DA6475-ED5A-48D9-8F81-799FD592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17. מעקב אחרי השליחה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58DB7-80E5-4A67-A572-CF60DD7CA1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9a9d0b64f4923"/>
          <a:stretch xmlns:a="http://schemas.openxmlformats.org/drawingml/2006/main"/>
        </p:blipFill>
        <p:spPr>
          <a:xfrm xmlns:a="http://schemas.openxmlformats.org/drawingml/2006/main">
            <a:off x="1744980" y="1304925"/>
            <a:ext cx="3520440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322">
            <a:extLst xmlns:a="http://schemas.openxmlformats.org/drawingml/2006/main">
              <a:ext uri="{FF2B5EF4-FFF2-40B4-BE49-F238E27FC236}">
                <a16:creationId xmlns:a16="http://schemas.microsoft.com/office/drawing/2014/main" id="{774CD621-A06A-4E79-A44F-1522C731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323">
            <a:extLst xmlns:a="http://schemas.openxmlformats.org/drawingml/2006/main">
              <a:ext uri="{FF2B5EF4-FFF2-40B4-BE49-F238E27FC236}">
                <a16:creationId xmlns:a16="http://schemas.microsoft.com/office/drawing/2014/main" id="{C33EC28D-E41D-4A7A-80BC-50F9057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פתיחת השליחה</a:t>
            </a:r>
          </a:p>
        </p:txBody>
      </p:sp>
      <p:sp>
        <p:nvSpPr>
          <p:cNvPr id="5" name="text-324">
            <a:extLst xmlns:a="http://schemas.openxmlformats.org/drawingml/2006/main">
              <a:ext uri="{FF2B5EF4-FFF2-40B4-BE49-F238E27FC236}">
                <a16:creationId xmlns:a16="http://schemas.microsoft.com/office/drawing/2014/main" id="{BC04D618-66E4-4F77-850F-CFCB9F5A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פותחים ״ניהול שליחות״, מוצאים את השליחה לפי שמה ופותחים אותה.</a:t>
            </a:r>
          </a:p>
        </p:txBody>
      </p:sp>
      <p:sp>
        <p:nvSpPr>
          <p:cNvPr id="6" name="text-325">
            <a:extLst xmlns:a="http://schemas.openxmlformats.org/drawingml/2006/main">
              <a:ext uri="{FF2B5EF4-FFF2-40B4-BE49-F238E27FC236}">
                <a16:creationId xmlns:a16="http://schemas.microsoft.com/office/drawing/2014/main" id="{9E57AA53-4CB0-44D3-88B0-7220D86E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קריאת שני מדדים</a:t>
            </a:r>
          </a:p>
        </p:txBody>
      </p:sp>
      <p:sp>
        <p:nvSpPr>
          <p:cNvPr id="7" name="text-326">
            <a:extLst xmlns:a="http://schemas.openxmlformats.org/drawingml/2006/main">
              <a:ext uri="{FF2B5EF4-FFF2-40B4-BE49-F238E27FC236}">
                <a16:creationId xmlns:a16="http://schemas.microsoft.com/office/drawing/2014/main" id="{5DB78D55-E049-49A6-BB5F-55D5527D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״מסמכים מוכנים״ = קבצים שהוכנו.</a:t>
            </a:r>
            <a:b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</a:b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״הושלמו״ = דרישות חתימה שאושרו.</a:t>
            </a:r>
          </a:p>
        </p:txBody>
      </p:sp>
      <p:sp>
        <p:nvSpPr>
          <p:cNvPr id="8" name="text-327">
            <a:extLst xmlns:a="http://schemas.openxmlformats.org/drawingml/2006/main">
              <a:ext uri="{FF2B5EF4-FFF2-40B4-BE49-F238E27FC236}">
                <a16:creationId xmlns:a16="http://schemas.microsoft.com/office/drawing/2014/main" id="{0050B976-E461-4E1D-95E5-7B9DA53C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בדוגמה המצולמת</a:t>
            </a:r>
          </a:p>
        </p:txBody>
      </p:sp>
      <p:sp>
        <p:nvSpPr>
          <p:cNvPr id="9" name="text-328">
            <a:extLst xmlns:a="http://schemas.openxmlformats.org/drawingml/2006/main">
              <a:ext uri="{FF2B5EF4-FFF2-40B4-BE49-F238E27FC236}">
                <a16:creationId xmlns:a16="http://schemas.microsoft.com/office/drawing/2014/main" id="{25E51A47-4E0C-45A5-A324-30E6224E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שני מסמכים מוכנים, ועדיין אפס מתוך שש דרישות חתימה הושלמו.</a:t>
            </a:r>
          </a:p>
        </p:txBody>
      </p:sp>
      <p:sp>
        <p:nvSpPr>
          <p:cNvPr id="10" name="text-329">
            <a:extLst xmlns:a="http://schemas.openxmlformats.org/drawingml/2006/main">
              <a:ext uri="{FF2B5EF4-FFF2-40B4-BE49-F238E27FC236}">
                <a16:creationId xmlns:a16="http://schemas.microsoft.com/office/drawing/2014/main" id="{44B4CB5D-54D4-46B7-AA9D-92353971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3 תפקידים כפול 2 מסמכים הם 6 דרישות חתימה. זה אינו מספר העמודים.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9E7DA-3990-411B-A869-3A3B145F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30">
            <a:extLst xmlns:a="http://schemas.openxmlformats.org/drawingml/2006/main">
              <a:ext uri="{FF2B5EF4-FFF2-40B4-BE49-F238E27FC236}">
                <a16:creationId xmlns:a16="http://schemas.microsoft.com/office/drawing/2014/main" id="{18C8487E-84AA-4869-AD4B-44E4AF45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33</a:t>
            </a:r>
          </a:p>
        </p:txBody>
      </p:sp>
      <p:sp>
        <p:nvSpPr>
          <p:cNvPr id="13" name="text-331">
            <a:extLst xmlns:a="http://schemas.openxmlformats.org/drawingml/2006/main">
              <a:ext uri="{FF2B5EF4-FFF2-40B4-BE49-F238E27FC236}">
                <a16:creationId xmlns:a16="http://schemas.microsoft.com/office/drawing/2014/main" id="{276F1187-BFCA-4A32-86EF-0CD5153918FD}"/>
              </a:ext>
            </a:extLst>
            <a:hlinkClick xmlns:r="http://schemas.openxmlformats.org/officeDocument/2006/relationships" xmlns:a="http://schemas.openxmlformats.org/drawingml/2006/main" r:id="R6cfbb1a9d5574ede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1368375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32">
            <a:extLst xmlns:a="http://schemas.openxmlformats.org/drawingml/2006/main">
              <a:ext uri="{FF2B5EF4-FFF2-40B4-BE49-F238E27FC236}">
                <a16:creationId xmlns:a16="http://schemas.microsoft.com/office/drawing/2014/main" id="{D11E92C0-A3BB-45E3-BB51-5403616F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קריאת המצבים בלי להתבלבל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5F274-1C3A-4012-B062-C0D22050FF1C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זה אומר?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המצב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העבודות נשמרו וההכנה עדיין מתבצעת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בהכנה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ה־PDF מוכן והמשימה פתוחה לאדם כעת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מוכן לחתימה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המסמך מוכן, אך השלב שלו טרם נפתח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ממתין לשלב קודם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ספק המשלוח קיבל את ההודעה, ללא הוכחת קריאה או חתימה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הספק אישר קבלה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כל דרישות החתימה הכלולות הושלמו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הושלם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נדרש לבדוק את הפעולה המדויקת לפני ניסיון נוסף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דורש טיפול / תוצאה לא ידועה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333">
            <a:extLst xmlns:a="http://schemas.openxmlformats.org/drawingml/2006/main">
              <a:ext uri="{FF2B5EF4-FFF2-40B4-BE49-F238E27FC236}">
                <a16:creationId xmlns:a16="http://schemas.microsoft.com/office/drawing/2014/main" id="{7DA02FA6-4F20-4BEE-A30E-A2DAC673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מצב המשלוח, מצב המסמך ומצב החתימה הם שלושה דברים שונים. אין להסיק אחד מתוך האחר.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5A685-1E02-410E-BD15-F0FBC2A3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334">
            <a:extLst xmlns:a="http://schemas.openxmlformats.org/drawingml/2006/main">
              <a:ext uri="{FF2B5EF4-FFF2-40B4-BE49-F238E27FC236}">
                <a16:creationId xmlns:a16="http://schemas.microsoft.com/office/drawing/2014/main" id="{CEBD1FBF-9C15-4CA9-8366-C42030B1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34</a:t>
            </a:r>
          </a:p>
        </p:txBody>
      </p:sp>
      <p:sp>
        <p:nvSpPr>
          <p:cNvPr id="6" name="text-335">
            <a:extLst xmlns:a="http://schemas.openxmlformats.org/drawingml/2006/main">
              <a:ext uri="{FF2B5EF4-FFF2-40B4-BE49-F238E27FC236}">
                <a16:creationId xmlns:a16="http://schemas.microsoft.com/office/drawing/2014/main" id="{59371FCE-4244-4642-82AD-2E41138FCA74}"/>
              </a:ext>
            </a:extLst>
            <a:hlinkClick xmlns:r="http://schemas.openxmlformats.org/officeDocument/2006/relationships" xmlns:a="http://schemas.openxmlformats.org/drawingml/2006/main" r:id="R4e5332a54f214f0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9634874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36">
            <a:extLst xmlns:a="http://schemas.openxmlformats.org/drawingml/2006/main">
              <a:ext uri="{FF2B5EF4-FFF2-40B4-BE49-F238E27FC236}">
                <a16:creationId xmlns:a16="http://schemas.microsoft.com/office/drawing/2014/main" id="{0345661D-0125-47FC-88AB-EE3EAD83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18. פתיחת החבילה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36F40-528B-450B-926A-403D083D02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a10414caa4685"/>
          <a:stretch xmlns:a="http://schemas.openxmlformats.org/drawingml/2006/main"/>
        </p:blipFill>
        <p:spPr>
          <a:xfrm xmlns:a="http://schemas.openxmlformats.org/drawingml/2006/main">
            <a:off x="1830612" y="1304925"/>
            <a:ext cx="3349175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337">
            <a:extLst xmlns:a="http://schemas.openxmlformats.org/drawingml/2006/main">
              <a:ext uri="{FF2B5EF4-FFF2-40B4-BE49-F238E27FC236}">
                <a16:creationId xmlns:a16="http://schemas.microsoft.com/office/drawing/2014/main" id="{AE643E85-BC41-494B-86DA-87356DC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338">
            <a:extLst xmlns:a="http://schemas.openxmlformats.org/drawingml/2006/main">
              <a:ext uri="{FF2B5EF4-FFF2-40B4-BE49-F238E27FC236}">
                <a16:creationId xmlns:a16="http://schemas.microsoft.com/office/drawing/2014/main" id="{9405FACF-D068-4D18-A219-D113F0EE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חותמים</a:t>
            </a:r>
          </a:p>
        </p:txBody>
      </p:sp>
      <p:sp>
        <p:nvSpPr>
          <p:cNvPr id="5" name="text-339">
            <a:extLst xmlns:a="http://schemas.openxmlformats.org/drawingml/2006/main">
              <a:ext uri="{FF2B5EF4-FFF2-40B4-BE49-F238E27FC236}">
                <a16:creationId xmlns:a16="http://schemas.microsoft.com/office/drawing/2014/main" id="{4C1D87F2-A01F-49FC-87D1-69BC0CCF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רואים תפקיד, אדם, משימות ומצב. ״הצגת המסמך״ פותחת את המסמך המתאים.</a:t>
            </a:r>
          </a:p>
        </p:txBody>
      </p:sp>
      <p:sp>
        <p:nvSpPr>
          <p:cNvPr id="6" name="text-340">
            <a:extLst xmlns:a="http://schemas.openxmlformats.org/drawingml/2006/main">
              <a:ext uri="{FF2B5EF4-FFF2-40B4-BE49-F238E27FC236}">
                <a16:creationId xmlns:a16="http://schemas.microsoft.com/office/drawing/2014/main" id="{9F59F89C-706A-4000-AD8C-330468B1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מסמכים ומסירה</a:t>
            </a:r>
          </a:p>
        </p:txBody>
      </p:sp>
      <p:sp>
        <p:nvSpPr>
          <p:cNvPr id="7" name="text-341">
            <a:extLst xmlns:a="http://schemas.openxmlformats.org/drawingml/2006/main">
              <a:ext uri="{FF2B5EF4-FFF2-40B4-BE49-F238E27FC236}">
                <a16:creationId xmlns:a16="http://schemas.microsoft.com/office/drawing/2014/main" id="{D83D5ADF-BD2E-4902-A119-F1C73152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״מסמכים״ מציג קבצים ומוכנות. ״מסירה״ מציג ערוצים ותוצאות ידועות.</a:t>
            </a:r>
          </a:p>
        </p:txBody>
      </p:sp>
      <p:sp>
        <p:nvSpPr>
          <p:cNvPr id="8" name="text-342">
            <a:extLst xmlns:a="http://schemas.openxmlformats.org/drawingml/2006/main">
              <a:ext uri="{FF2B5EF4-FFF2-40B4-BE49-F238E27FC236}">
                <a16:creationId xmlns:a16="http://schemas.microsoft.com/office/drawing/2014/main" id="{97386E00-AEB5-49E5-939D-217B298F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סגירת החלון</a:t>
            </a:r>
          </a:p>
        </p:txBody>
      </p:sp>
      <p:sp>
        <p:nvSpPr>
          <p:cNvPr id="9" name="text-343">
            <a:extLst xmlns:a="http://schemas.openxmlformats.org/drawingml/2006/main">
              <a:ext uri="{FF2B5EF4-FFF2-40B4-BE49-F238E27FC236}">
                <a16:creationId xmlns:a16="http://schemas.microsoft.com/office/drawing/2014/main" id="{DE83C9AB-2473-41E2-B97D-69204635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ה־X בפינה השמאלית העליונה סוגר את החלון. ״ביטול בקשת חתימה״ היא פעולה נפרדת.</a:t>
            </a:r>
          </a:p>
        </p:txBody>
      </p:sp>
      <p:sp>
        <p:nvSpPr>
          <p:cNvPr id="10" name="text-344">
            <a:extLst xmlns:a="http://schemas.openxmlformats.org/drawingml/2006/main">
              <a:ext uri="{FF2B5EF4-FFF2-40B4-BE49-F238E27FC236}">
                <a16:creationId xmlns:a16="http://schemas.microsoft.com/office/drawing/2014/main" id="{443A13F9-7696-444A-BC27-0EA7B05F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״היסטוריית גרסאות״ מאפשרת לחזור לגרסאות ולראיות קודמות לפי הרשאה.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45955-FBAD-4086-AD2F-F33624C5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45">
            <a:extLst xmlns:a="http://schemas.openxmlformats.org/drawingml/2006/main">
              <a:ext uri="{FF2B5EF4-FFF2-40B4-BE49-F238E27FC236}">
                <a16:creationId xmlns:a16="http://schemas.microsoft.com/office/drawing/2014/main" id="{90303235-F91C-4EB4-BA5E-FCF11799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35</a:t>
            </a:r>
          </a:p>
        </p:txBody>
      </p:sp>
      <p:sp>
        <p:nvSpPr>
          <p:cNvPr id="13" name="text-346">
            <a:extLst xmlns:a="http://schemas.openxmlformats.org/drawingml/2006/main">
              <a:ext uri="{FF2B5EF4-FFF2-40B4-BE49-F238E27FC236}">
                <a16:creationId xmlns:a16="http://schemas.microsoft.com/office/drawing/2014/main" id="{72DE0392-92D4-4A8B-B617-9C4EEE1604FB}"/>
              </a:ext>
            </a:extLst>
            <a:hlinkClick xmlns:r="http://schemas.openxmlformats.org/officeDocument/2006/relationships" xmlns:a="http://schemas.openxmlformats.org/drawingml/2006/main" r:id="R98d19d2899ca42e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1065072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47">
            <a:extLst xmlns:a="http://schemas.openxmlformats.org/drawingml/2006/main">
              <a:ext uri="{FF2B5EF4-FFF2-40B4-BE49-F238E27FC236}">
                <a16:creationId xmlns:a16="http://schemas.microsoft.com/office/drawing/2014/main" id="{C2CDB5CE-5DF3-44DD-8615-61B606C2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19. תזכורת או קישור מחודש לאדם אחד</a:t>
            </a:r>
          </a:p>
        </p:txBody>
      </p:sp>
      <p:sp>
        <p:nvSpPr>
          <p:cNvPr id="2" name="text-348">
            <a:extLst xmlns:a="http://schemas.openxmlformats.org/drawingml/2006/main">
              <a:ext uri="{FF2B5EF4-FFF2-40B4-BE49-F238E27FC236}">
                <a16:creationId xmlns:a16="http://schemas.microsoft.com/office/drawing/2014/main" id="{349CB2D1-C9F0-4990-87DA-A12D8C72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תזכורת</a:t>
            </a:r>
          </a:p>
        </p:txBody>
      </p:sp>
      <p:sp>
        <p:nvSpPr>
          <p:cNvPr id="3" name="text-349">
            <a:extLst xmlns:a="http://schemas.openxmlformats.org/drawingml/2006/main">
              <a:ext uri="{FF2B5EF4-FFF2-40B4-BE49-F238E27FC236}">
                <a16:creationId xmlns:a16="http://schemas.microsoft.com/office/drawing/2014/main" id="{F6D3E04E-BC43-4C58-9B93-70232F60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פותחים ״שליחת תזכורת״ ליד האדם. בודקים את הנמען והמסמכים שייכללו לפני אישור.</a:t>
            </a:r>
          </a:p>
        </p:txBody>
      </p:sp>
      <p:sp>
        <p:nvSpPr>
          <p:cNvPr id="4" name="text-350">
            <a:extLst xmlns:a="http://schemas.openxmlformats.org/drawingml/2006/main">
              <a:ext uri="{FF2B5EF4-FFF2-40B4-BE49-F238E27FC236}">
                <a16:creationId xmlns:a16="http://schemas.microsoft.com/office/drawing/2014/main" id="{C5EF26CB-4E69-46BC-BADD-A1A0334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שליחה חוזרת</a:t>
            </a:r>
          </a:p>
        </p:txBody>
      </p:sp>
      <p:sp>
        <p:nvSpPr>
          <p:cNvPr id="5" name="text-351">
            <a:extLst xmlns:a="http://schemas.openxmlformats.org/drawingml/2006/main">
              <a:ext uri="{FF2B5EF4-FFF2-40B4-BE49-F238E27FC236}">
                <a16:creationId xmlns:a16="http://schemas.microsoft.com/office/drawing/2014/main" id="{A123B709-E5DF-4F12-81A6-7D850FEA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שולחים שוב את בקשת החתימה עבור המשימות המותרות שמופיעות בסקירה.</a:t>
            </a:r>
          </a:p>
        </p:txBody>
      </p:sp>
      <p:sp>
        <p:nvSpPr>
          <p:cNvPr id="6" name="text-352">
            <a:extLst xmlns:a="http://schemas.openxmlformats.org/drawingml/2006/main">
              <a:ext uri="{FF2B5EF4-FFF2-40B4-BE49-F238E27FC236}">
                <a16:creationId xmlns:a16="http://schemas.microsoft.com/office/drawing/2014/main" id="{C1C5E985-CD26-4D45-B403-D5125B9B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חידוש קישור</a:t>
            </a:r>
          </a:p>
        </p:txBody>
      </p:sp>
      <p:sp>
        <p:nvSpPr>
          <p:cNvPr id="7" name="text-353">
            <a:extLst xmlns:a="http://schemas.openxmlformats.org/drawingml/2006/main">
              <a:ext uri="{FF2B5EF4-FFF2-40B4-BE49-F238E27FC236}">
                <a16:creationId xmlns:a16="http://schemas.microsoft.com/office/drawing/2014/main" id="{A5B6CB3C-F219-4991-B75E-0BFB25B8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יוצרים קישור עדכני לאדם ולמשימות הרלוונטיות. הקישור הקודם מפסיק לשמש.</a:t>
            </a:r>
          </a:p>
        </p:txBody>
      </p:sp>
      <p:sp>
        <p:nvSpPr>
          <p:cNvPr id="8" name="text-354">
            <a:extLst xmlns:a="http://schemas.openxmlformats.org/drawingml/2006/main">
              <a:ext uri="{FF2B5EF4-FFF2-40B4-BE49-F238E27FC236}">
                <a16:creationId xmlns:a16="http://schemas.microsoft.com/office/drawing/2014/main" id="{CE077B97-A199-4BD4-8B66-925C7B29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מה נשאר בחוץ?</a:t>
            </a:r>
          </a:p>
        </p:txBody>
      </p:sp>
      <p:sp>
        <p:nvSpPr>
          <p:cNvPr id="9" name="text-355">
            <a:extLst xmlns:a="http://schemas.openxmlformats.org/drawingml/2006/main">
              <a:ext uri="{FF2B5EF4-FFF2-40B4-BE49-F238E27FC236}">
                <a16:creationId xmlns:a16="http://schemas.microsoft.com/office/drawing/2014/main" id="{D7603523-6CDE-4BF7-8D01-B74B0963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משימות של אנשים אחרים ושלבים עתידיים. שינוי בהיקף או בפרטים מחייב בדיקה מחדש.</a:t>
            </a:r>
          </a:p>
        </p:txBody>
      </p:sp>
      <p:sp>
        <p:nvSpPr>
          <p:cNvPr id="10" name="text-356">
            <a:extLst xmlns:a="http://schemas.openxmlformats.org/drawingml/2006/main">
              <a:ext uri="{FF2B5EF4-FFF2-40B4-BE49-F238E27FC236}">
                <a16:creationId xmlns:a16="http://schemas.microsoft.com/office/drawing/2014/main" id="{83851E32-077D-4619-A6DC-83A00B6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לא יוצרים חבילה חדשה רק מפני שהנמען לא מצא את ההודעה הקודמת.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9ADF0-87A2-41D5-873B-0A53F7B1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57">
            <a:extLst xmlns:a="http://schemas.openxmlformats.org/drawingml/2006/main">
              <a:ext uri="{FF2B5EF4-FFF2-40B4-BE49-F238E27FC236}">
                <a16:creationId xmlns:a16="http://schemas.microsoft.com/office/drawing/2014/main" id="{B9A4FA17-887F-4160-BB2C-CD0F165D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36</a:t>
            </a:r>
          </a:p>
        </p:txBody>
      </p:sp>
      <p:sp>
        <p:nvSpPr>
          <p:cNvPr id="13" name="text-358">
            <a:extLst xmlns:a="http://schemas.openxmlformats.org/drawingml/2006/main">
              <a:ext uri="{FF2B5EF4-FFF2-40B4-BE49-F238E27FC236}">
                <a16:creationId xmlns:a16="http://schemas.microsoft.com/office/drawing/2014/main" id="{98DAA4C6-3608-4E81-B0EE-56F2AA965930}"/>
              </a:ext>
            </a:extLst>
            <a:hlinkClick xmlns:r="http://schemas.openxmlformats.org/officeDocument/2006/relationships" xmlns:a="http://schemas.openxmlformats.org/drawingml/2006/main" r:id="Rb8aadf694b2e416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3171795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59">
            <a:extLst xmlns:a="http://schemas.openxmlformats.org/drawingml/2006/main">
              <a:ext uri="{FF2B5EF4-FFF2-40B4-BE49-F238E27FC236}">
                <a16:creationId xmlns:a16="http://schemas.microsoft.com/office/drawing/2014/main" id="{E3E41E4B-A2CC-43C5-9A0F-A59700E6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20. פעולה מרוכזת: בחירת חבילות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6D430-CF62-4E6A-90AD-3750FEB37D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2c3c6c3604345"/>
          <a:stretch xmlns:a="http://schemas.openxmlformats.org/drawingml/2006/main"/>
        </p:blipFill>
        <p:spPr>
          <a:xfrm xmlns:a="http://schemas.openxmlformats.org/drawingml/2006/main">
            <a:off x="1784096" y="1304925"/>
            <a:ext cx="3442208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360">
            <a:extLst xmlns:a="http://schemas.openxmlformats.org/drawingml/2006/main">
              <a:ext uri="{FF2B5EF4-FFF2-40B4-BE49-F238E27FC236}">
                <a16:creationId xmlns:a16="http://schemas.microsoft.com/office/drawing/2014/main" id="{47D77163-6779-4EE3-8F9F-B6C8CB00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361">
            <a:extLst xmlns:a="http://schemas.openxmlformats.org/drawingml/2006/main">
              <a:ext uri="{FF2B5EF4-FFF2-40B4-BE49-F238E27FC236}">
                <a16:creationId xmlns:a16="http://schemas.microsoft.com/office/drawing/2014/main" id="{88794941-B3BC-40F4-A3B2-F0055D48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מי נכלל?</a:t>
            </a:r>
          </a:p>
        </p:txBody>
      </p:sp>
      <p:sp>
        <p:nvSpPr>
          <p:cNvPr id="5" name="text-362">
            <a:extLst xmlns:a="http://schemas.openxmlformats.org/drawingml/2006/main">
              <a:ext uri="{FF2B5EF4-FFF2-40B4-BE49-F238E27FC236}">
                <a16:creationId xmlns:a16="http://schemas.microsoft.com/office/drawing/2014/main" id="{2545A9BA-95D3-4A74-AB42-791FB03D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מסמנים חבילות, בוחרים את העמוד או את כל התוצאות התואמות לחיפוש ולמסנן.</a:t>
            </a:r>
          </a:p>
        </p:txBody>
      </p:sp>
      <p:sp>
        <p:nvSpPr>
          <p:cNvPr id="6" name="text-363">
            <a:extLst xmlns:a="http://schemas.openxmlformats.org/drawingml/2006/main">
              <a:ext uri="{FF2B5EF4-FFF2-40B4-BE49-F238E27FC236}">
                <a16:creationId xmlns:a16="http://schemas.microsoft.com/office/drawing/2014/main" id="{2BBC3C91-4315-4278-B448-C109B56D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איזו פעולה?</a:t>
            </a:r>
          </a:p>
        </p:txBody>
      </p:sp>
      <p:sp>
        <p:nvSpPr>
          <p:cNvPr id="7" name="text-364">
            <a:extLst xmlns:a="http://schemas.openxmlformats.org/drawingml/2006/main">
              <a:ext uri="{FF2B5EF4-FFF2-40B4-BE49-F238E27FC236}">
                <a16:creationId xmlns:a16="http://schemas.microsoft.com/office/drawing/2014/main" id="{058191FF-7B94-43DA-9168-7E778A03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״תזכורת״, ״שליחה חוזרת״ או ״עותק חתום״. ״קיים״ משתמש בערוץ שכבר הוגדר.</a:t>
            </a:r>
          </a:p>
        </p:txBody>
      </p:sp>
      <p:sp>
        <p:nvSpPr>
          <p:cNvPr id="8" name="text-365">
            <a:extLst xmlns:a="http://schemas.openxmlformats.org/drawingml/2006/main">
              <a:ext uri="{FF2B5EF4-FFF2-40B4-BE49-F238E27FC236}">
                <a16:creationId xmlns:a16="http://schemas.microsoft.com/office/drawing/2014/main" id="{81E171BC-4A02-4F6B-8526-5E2C477A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המשך לבדיקה</a:t>
            </a:r>
          </a:p>
        </p:txBody>
      </p:sp>
      <p:sp>
        <p:nvSpPr>
          <p:cNvPr id="9" name="text-366">
            <a:extLst xmlns:a="http://schemas.openxmlformats.org/drawingml/2006/main">
              <a:ext uri="{FF2B5EF4-FFF2-40B4-BE49-F238E27FC236}">
                <a16:creationId xmlns:a16="http://schemas.microsoft.com/office/drawing/2014/main" id="{B1B3F697-04D1-4069-B30A-4BEDA74E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לוחצים ״בדיקת הנמענים״. הבחירה עדיין אינה שולחת הודעות.</a:t>
            </a:r>
          </a:p>
        </p:txBody>
      </p:sp>
      <p:sp>
        <p:nvSpPr>
          <p:cNvPr id="10" name="text-367">
            <a:extLst xmlns:a="http://schemas.openxmlformats.org/drawingml/2006/main">
              <a:ext uri="{FF2B5EF4-FFF2-40B4-BE49-F238E27FC236}">
                <a16:creationId xmlns:a16="http://schemas.microsoft.com/office/drawing/2014/main" id="{D408C5F5-2292-4643-904A-371F371D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בחירת הכל כוללת את כל התוצאות התואמות, גם מעבר לעמוד הנוכחי. מעל 1,000 תוצאות מצמצמים את החיפוש.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67DD1-1419-458B-9167-1C7B03DA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68">
            <a:extLst xmlns:a="http://schemas.openxmlformats.org/drawingml/2006/main">
              <a:ext uri="{FF2B5EF4-FFF2-40B4-BE49-F238E27FC236}">
                <a16:creationId xmlns:a16="http://schemas.microsoft.com/office/drawing/2014/main" id="{88A0AE9D-B5F3-4D95-9DF7-3A5557DE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37</a:t>
            </a:r>
          </a:p>
        </p:txBody>
      </p:sp>
      <p:sp>
        <p:nvSpPr>
          <p:cNvPr id="13" name="text-369">
            <a:extLst xmlns:a="http://schemas.openxmlformats.org/drawingml/2006/main">
              <a:ext uri="{FF2B5EF4-FFF2-40B4-BE49-F238E27FC236}">
                <a16:creationId xmlns:a16="http://schemas.microsoft.com/office/drawing/2014/main" id="{46A5FF5C-1CE7-45D0-A0D1-B6FBC36FF53C}"/>
              </a:ext>
            </a:extLst>
            <a:hlinkClick xmlns:r="http://schemas.openxmlformats.org/officeDocument/2006/relationships" xmlns:a="http://schemas.openxmlformats.org/drawingml/2006/main" r:id="Refe67dad149b43f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80613709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70">
            <a:extLst xmlns:a="http://schemas.openxmlformats.org/drawingml/2006/main">
              <a:ext uri="{FF2B5EF4-FFF2-40B4-BE49-F238E27FC236}">
                <a16:creationId xmlns:a16="http://schemas.microsoft.com/office/drawing/2014/main" id="{6C1A4F90-5DAB-4036-BA88-29D4D1CF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21. סקירת הנמענים לפני משלוח מרוכז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105AF-A7C9-4845-99D9-B7F8D6EADA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759727bc84314"/>
          <a:stretch xmlns:a="http://schemas.openxmlformats.org/drawingml/2006/main"/>
        </p:blipFill>
        <p:spPr>
          <a:xfrm xmlns:a="http://schemas.openxmlformats.org/drawingml/2006/main">
            <a:off x="1830612" y="1304925"/>
            <a:ext cx="3349175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371">
            <a:extLst xmlns:a="http://schemas.openxmlformats.org/drawingml/2006/main">
              <a:ext uri="{FF2B5EF4-FFF2-40B4-BE49-F238E27FC236}">
                <a16:creationId xmlns:a16="http://schemas.microsoft.com/office/drawing/2014/main" id="{B3137771-C472-4CFE-96F3-D022F689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372">
            <a:extLst xmlns:a="http://schemas.openxmlformats.org/drawingml/2006/main">
              <a:ext uri="{FF2B5EF4-FFF2-40B4-BE49-F238E27FC236}">
                <a16:creationId xmlns:a16="http://schemas.microsoft.com/office/drawing/2014/main" id="{35B0C184-7770-48DD-9364-575532FC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המספרים</a:t>
            </a:r>
          </a:p>
        </p:txBody>
      </p:sp>
      <p:sp>
        <p:nvSpPr>
          <p:cNvPr id="5" name="text-373">
            <a:extLst xmlns:a="http://schemas.openxmlformats.org/drawingml/2006/main">
              <a:ext uri="{FF2B5EF4-FFF2-40B4-BE49-F238E27FC236}">
                <a16:creationId xmlns:a16="http://schemas.microsoft.com/office/drawing/2014/main" id="{46506DB6-0843-4677-88E5-4C120CB9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3556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חבילות, אנשים, PDFs והודעות. אותו אדם יכול לקבל הודעה אחת על כמה חבילות תואמות.</a:t>
            </a:r>
          </a:p>
        </p:txBody>
      </p:sp>
      <p:sp>
        <p:nvSpPr>
          <p:cNvPr id="6" name="text-374">
            <a:extLst xmlns:a="http://schemas.openxmlformats.org/drawingml/2006/main">
              <a:ext uri="{FF2B5EF4-FFF2-40B4-BE49-F238E27FC236}">
                <a16:creationId xmlns:a16="http://schemas.microsoft.com/office/drawing/2014/main" id="{AD831987-186D-41E1-A0A4-1F4E6EF0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6044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מי לא נכלל?</a:t>
            </a:r>
          </a:p>
        </p:txBody>
      </p:sp>
      <p:sp>
        <p:nvSpPr>
          <p:cNvPr id="7" name="text-375">
            <a:extLst xmlns:a="http://schemas.openxmlformats.org/drawingml/2006/main">
              <a:ext uri="{FF2B5EF4-FFF2-40B4-BE49-F238E27FC236}">
                <a16:creationId xmlns:a16="http://schemas.microsoft.com/office/drawing/2014/main" id="{6292289D-F223-4B68-B312-591AD22F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קוראים את הסיבות. בדוגמה דנה ממתינה לשלב הקודם, ולכן אינה נכללת בתזכורת הזו.</a:t>
            </a:r>
          </a:p>
        </p:txBody>
      </p:sp>
      <p:sp>
        <p:nvSpPr>
          <p:cNvPr id="8" name="text-376">
            <a:extLst xmlns:a="http://schemas.openxmlformats.org/drawingml/2006/main">
              <a:ext uri="{FF2B5EF4-FFF2-40B4-BE49-F238E27FC236}">
                <a16:creationId xmlns:a16="http://schemas.microsoft.com/office/drawing/2014/main" id="{189BAA96-9B39-4454-8D92-E05A32D9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62388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אישור מפורש</a:t>
            </a:r>
          </a:p>
        </p:txBody>
      </p:sp>
      <p:sp>
        <p:nvSpPr>
          <p:cNvPr id="9" name="text-377">
            <a:extLst xmlns:a="http://schemas.openxmlformats.org/drawingml/2006/main">
              <a:ext uri="{FF2B5EF4-FFF2-40B4-BE49-F238E27FC236}">
                <a16:creationId xmlns:a16="http://schemas.microsoft.com/office/drawing/2014/main" id="{7196B0E6-B58A-4D13-9D24-D3AE0D31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6244"/>
            <a:ext cx="4781550" cy="95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מאשרים את מספר ההודעות רק לאחר הסקירה. בחירה שפג תוקפה או שהשתנתה דורשת סקירה חדשה.</a:t>
            </a:r>
          </a:p>
        </p:txBody>
      </p:sp>
      <p:sp>
        <p:nvSpPr>
          <p:cNvPr id="10" name="text-378">
            <a:extLst xmlns:a="http://schemas.openxmlformats.org/drawingml/2006/main">
              <a:ext uri="{FF2B5EF4-FFF2-40B4-BE49-F238E27FC236}">
                <a16:creationId xmlns:a16="http://schemas.microsoft.com/office/drawing/2014/main" id="{7BB1A1F1-F153-423A-B188-2BD8C60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הבחירה מוגבלת לעשר דקות. היא אינה אוספת אוטומטית חבילות חדשות שנוספו אחר כך.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16EFC-224C-4DDC-A0D1-9542F6F1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79">
            <a:extLst xmlns:a="http://schemas.openxmlformats.org/drawingml/2006/main">
              <a:ext uri="{FF2B5EF4-FFF2-40B4-BE49-F238E27FC236}">
                <a16:creationId xmlns:a16="http://schemas.microsoft.com/office/drawing/2014/main" id="{EBC14CF6-C9E3-437B-8238-32EAE615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38</a:t>
            </a:r>
          </a:p>
        </p:txBody>
      </p:sp>
      <p:sp>
        <p:nvSpPr>
          <p:cNvPr id="13" name="text-380">
            <a:extLst xmlns:a="http://schemas.openxmlformats.org/drawingml/2006/main">
              <a:ext uri="{FF2B5EF4-FFF2-40B4-BE49-F238E27FC236}">
                <a16:creationId xmlns:a16="http://schemas.microsoft.com/office/drawing/2014/main" id="{B5C0672D-55D3-4CA0-9DBE-7BA716A6C5E1}"/>
              </a:ext>
            </a:extLst>
            <a:hlinkClick xmlns:r="http://schemas.openxmlformats.org/officeDocument/2006/relationships" xmlns:a="http://schemas.openxmlformats.org/drawingml/2006/main" r:id="R8fbe9d3581aa4a5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79872566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81">
            <a:extLst xmlns:a="http://schemas.openxmlformats.org/drawingml/2006/main">
              <a:ext uri="{FF2B5EF4-FFF2-40B4-BE49-F238E27FC236}">
                <a16:creationId xmlns:a16="http://schemas.microsoft.com/office/drawing/2014/main" id="{ABCCBAF3-391F-4052-BF4A-E8EAA91E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22. מעקב אחרי פעולה מרוכזת</a:t>
            </a:r>
          </a:p>
        </p:txBody>
      </p:sp>
      <p:sp>
        <p:nvSpPr>
          <p:cNvPr id="2" name="text-382">
            <a:extLst xmlns:a="http://schemas.openxmlformats.org/drawingml/2006/main">
              <a:ext uri="{FF2B5EF4-FFF2-40B4-BE49-F238E27FC236}">
                <a16:creationId xmlns:a16="http://schemas.microsoft.com/office/drawing/2014/main" id="{6985425E-D632-42BB-92DB-1049021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המשך ברקע</a:t>
            </a:r>
          </a:p>
        </p:txBody>
      </p:sp>
      <p:sp>
        <p:nvSpPr>
          <p:cNvPr id="3" name="text-383">
            <a:extLst xmlns:a="http://schemas.openxmlformats.org/drawingml/2006/main">
              <a:ext uri="{FF2B5EF4-FFF2-40B4-BE49-F238E27FC236}">
                <a16:creationId xmlns:a16="http://schemas.microsoft.com/office/drawing/2014/main" id="{8E94E846-C795-4575-A5A7-23140CE0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595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הפעולה ממשיכה גם אם עוזבים את המסך.</a:t>
            </a:r>
          </a:p>
        </p:txBody>
      </p:sp>
      <p:sp>
        <p:nvSpPr>
          <p:cNvPr id="4" name="text-384">
            <a:extLst xmlns:a="http://schemas.openxmlformats.org/drawingml/2006/main">
              <a:ext uri="{FF2B5EF4-FFF2-40B4-BE49-F238E27FC236}">
                <a16:creationId xmlns:a16="http://schemas.microsoft.com/office/drawing/2014/main" id="{03EF66F9-ADE8-4DED-9C6C-12E56A62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חזרה לפעולה קיימת</a:t>
            </a:r>
          </a:p>
        </p:txBody>
      </p:sp>
      <p:sp>
        <p:nvSpPr>
          <p:cNvPr id="5" name="text-385">
            <a:extLst xmlns:a="http://schemas.openxmlformats.org/drawingml/2006/main">
              <a:ext uri="{FF2B5EF4-FFF2-40B4-BE49-F238E27FC236}">
                <a16:creationId xmlns:a16="http://schemas.microsoft.com/office/drawing/2014/main" id="{D7E0F8CD-82A1-41F5-A093-8190BA9C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ב״בקשות אחרונות״ פותחים את הבקשה ורואים את ההתקדמות והתוצאות שלה.</a:t>
            </a:r>
          </a:p>
        </p:txBody>
      </p:sp>
      <p:sp>
        <p:nvSpPr>
          <p:cNvPr id="6" name="text-386">
            <a:extLst xmlns:a="http://schemas.openxmlformats.org/drawingml/2006/main">
              <a:ext uri="{FF2B5EF4-FFF2-40B4-BE49-F238E27FC236}">
                <a16:creationId xmlns:a16="http://schemas.microsoft.com/office/drawing/2014/main" id="{96A5B27F-08D2-467C-A8E9-1BF4A9A8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תקלה או תוצאה לא ידועה</a:t>
            </a:r>
          </a:p>
        </p:txBody>
      </p:sp>
      <p:sp>
        <p:nvSpPr>
          <p:cNvPr id="7" name="text-387">
            <a:extLst xmlns:a="http://schemas.openxmlformats.org/drawingml/2006/main">
              <a:ext uri="{FF2B5EF4-FFF2-40B4-BE49-F238E27FC236}">
                <a16:creationId xmlns:a16="http://schemas.microsoft.com/office/drawing/2014/main" id="{1C952C6E-0EC7-495D-8516-94E3BAAF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בודקים את הפעולה והמסירה לפני ניסיון נוסף. אי־ודאות אינה הוכחה שההודעה לא יצאה.</a:t>
            </a:r>
          </a:p>
        </p:txBody>
      </p:sp>
      <p:sp>
        <p:nvSpPr>
          <p:cNvPr id="8" name="text-388">
            <a:extLst xmlns:a="http://schemas.openxmlformats.org/drawingml/2006/main">
              <a:ext uri="{FF2B5EF4-FFF2-40B4-BE49-F238E27FC236}">
                <a16:creationId xmlns:a16="http://schemas.microsoft.com/office/drawing/2014/main" id="{31F65641-133D-4A34-9056-DF0CD37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ניסיון שוב</a:t>
            </a:r>
          </a:p>
        </p:txBody>
      </p:sp>
      <p:sp>
        <p:nvSpPr>
          <p:cNvPr id="9" name="text-389">
            <a:extLst xmlns:a="http://schemas.openxmlformats.org/drawingml/2006/main">
              <a:ext uri="{FF2B5EF4-FFF2-40B4-BE49-F238E27FC236}">
                <a16:creationId xmlns:a16="http://schemas.microsoft.com/office/drawing/2014/main" id="{B8415420-D6C0-4D48-9A7E-E4CB2944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כפתור הרענון או ניסיון שוב במסך המעקב מחדש את הבדיקה. הוא אינו סיבה ליצור שליחה כפולה.</a:t>
            </a:r>
          </a:p>
        </p:txBody>
      </p:sp>
      <p:sp>
        <p:nvSpPr>
          <p:cNvPr id="10" name="text-390">
            <a:extLst xmlns:a="http://schemas.openxmlformats.org/drawingml/2006/main">
              <a:ext uri="{FF2B5EF4-FFF2-40B4-BE49-F238E27FC236}">
                <a16:creationId xmlns:a16="http://schemas.microsoft.com/office/drawing/2014/main" id="{0A130C04-0AC0-4B40-AC79-167F7A48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מספר החבילות אינו בהכרח מספר ההודעות. מתבססים על הסקירה ועל התוצאות בפועל.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79EA4-CF80-49C1-99A6-A785D02A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391">
            <a:extLst xmlns:a="http://schemas.openxmlformats.org/drawingml/2006/main">
              <a:ext uri="{FF2B5EF4-FFF2-40B4-BE49-F238E27FC236}">
                <a16:creationId xmlns:a16="http://schemas.microsoft.com/office/drawing/2014/main" id="{C438ABBB-73A9-4192-8F43-1BDA1210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39</a:t>
            </a:r>
          </a:p>
        </p:txBody>
      </p:sp>
      <p:sp>
        <p:nvSpPr>
          <p:cNvPr id="13" name="text-392">
            <a:extLst xmlns:a="http://schemas.openxmlformats.org/drawingml/2006/main">
              <a:ext uri="{FF2B5EF4-FFF2-40B4-BE49-F238E27FC236}">
                <a16:creationId xmlns:a16="http://schemas.microsoft.com/office/drawing/2014/main" id="{1A00F08B-80C5-4AF8-9EEF-EE3EB422FE44}"/>
              </a:ext>
            </a:extLst>
            <a:hlinkClick xmlns:r="http://schemas.openxmlformats.org/officeDocument/2006/relationships" xmlns:a="http://schemas.openxmlformats.org/drawingml/2006/main" r:id="R9f0600b5ee0a4118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2704930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393">
            <a:extLst xmlns:a="http://schemas.openxmlformats.org/drawingml/2006/main">
              <a:ext uri="{FF2B5EF4-FFF2-40B4-BE49-F238E27FC236}">
                <a16:creationId xmlns:a16="http://schemas.microsoft.com/office/drawing/2014/main" id="{C0DFB8EB-8694-4C48-8C55-A8F905A4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23. תיקון פרטי קשר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178C2-0F70-43CF-8D90-C0CE4309A2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ae89cd520484d"/>
          <a:stretch xmlns:a="http://schemas.openxmlformats.org/drawingml/2006/main"/>
        </p:blipFill>
        <p:spPr>
          <a:xfrm xmlns:a="http://schemas.openxmlformats.org/drawingml/2006/main">
            <a:off x="1556780" y="1304925"/>
            <a:ext cx="3896839" cy="4610100"/>
          </a:xfrm>
          <a:prstGeom xmlns:a="http://schemas.openxmlformats.org/drawingml/2006/main" prst="rect">
            <a:avLst/>
          </a:prstGeom>
        </p:spPr>
      </p:pic>
      <p:sp>
        <p:nvSpPr>
          <p:cNvPr id="3" name="text-394">
            <a:extLst xmlns:a="http://schemas.openxmlformats.org/drawingml/2006/main">
              <a:ext uri="{FF2B5EF4-FFF2-40B4-BE49-F238E27FC236}">
                <a16:creationId xmlns:a16="http://schemas.microsoft.com/office/drawing/2014/main" id="{A6B49037-6416-4425-9BAF-A8D8498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מסביבת ההדגמה של Melamedia</a:t>
            </a:r>
          </a:p>
        </p:txBody>
      </p:sp>
      <p:sp>
        <p:nvSpPr>
          <p:cNvPr id="4" name="text-395">
            <a:extLst xmlns:a="http://schemas.openxmlformats.org/drawingml/2006/main">
              <a:ext uri="{FF2B5EF4-FFF2-40B4-BE49-F238E27FC236}">
                <a16:creationId xmlns:a16="http://schemas.microsoft.com/office/drawing/2014/main" id="{6492EFB8-F36F-44B7-BB3E-BFEC6D9D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מתי משתמשים?</a:t>
            </a:r>
          </a:p>
        </p:txBody>
      </p:sp>
      <p:sp>
        <p:nvSpPr>
          <p:cNvPr id="5" name="text-396">
            <a:extLst xmlns:a="http://schemas.openxmlformats.org/drawingml/2006/main">
              <a:ext uri="{FF2B5EF4-FFF2-40B4-BE49-F238E27FC236}">
                <a16:creationId xmlns:a16="http://schemas.microsoft.com/office/drawing/2014/main" id="{8990C9C8-CACC-4F01-98C9-905809FF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כשאימייל או טלפון של אותו אדם בחבילה שגויים. מזינים את התיקון ואת הסיבה.</a:t>
            </a:r>
          </a:p>
        </p:txBody>
      </p:sp>
      <p:sp>
        <p:nvSpPr>
          <p:cNvPr id="6" name="text-397">
            <a:extLst xmlns:a="http://schemas.openxmlformats.org/drawingml/2006/main">
              <a:ext uri="{FF2B5EF4-FFF2-40B4-BE49-F238E27FC236}">
                <a16:creationId xmlns:a16="http://schemas.microsoft.com/office/drawing/2014/main" id="{209F0350-76BE-4DE3-9BA9-E2B889E0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שמירה בלבד</a:t>
            </a:r>
          </a:p>
        </p:txBody>
      </p:sp>
      <p:sp>
        <p:nvSpPr>
          <p:cNvPr id="7" name="text-398">
            <a:extLst xmlns:a="http://schemas.openxmlformats.org/drawingml/2006/main">
              <a:ext uri="{FF2B5EF4-FFF2-40B4-BE49-F238E27FC236}">
                <a16:creationId xmlns:a16="http://schemas.microsoft.com/office/drawing/2014/main" id="{8C1CE2E4-1BC0-4A0F-84D4-2956A1C3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376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שומרת את הפרטים. אינה שולחת הודעה.</a:t>
            </a:r>
          </a:p>
        </p:txBody>
      </p:sp>
      <p:sp>
        <p:nvSpPr>
          <p:cNvPr id="8" name="text-399">
            <a:extLst xmlns:a="http://schemas.openxmlformats.org/drawingml/2006/main">
              <a:ext uri="{FF2B5EF4-FFF2-40B4-BE49-F238E27FC236}">
                <a16:creationId xmlns:a16="http://schemas.microsoft.com/office/drawing/2014/main" id="{9840CD47-9112-4465-94FD-35BCD113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23501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שמירה ובדיקת השליחה</a:t>
            </a:r>
          </a:p>
        </p:txBody>
      </p:sp>
      <p:sp>
        <p:nvSpPr>
          <p:cNvPr id="9" name="text-400">
            <a:extLst xmlns:a="http://schemas.openxmlformats.org/drawingml/2006/main">
              <a:ext uri="{FF2B5EF4-FFF2-40B4-BE49-F238E27FC236}">
                <a16:creationId xmlns:a16="http://schemas.microsoft.com/office/drawing/2014/main" id="{4192AC0B-C01A-4CEC-A6B5-39FBDD57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88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שומרת ואז מאפשרת לסקור את המשלוח לפרטים החדשים לפני אישור.</a:t>
            </a:r>
          </a:p>
        </p:txBody>
      </p:sp>
      <p:sp>
        <p:nvSpPr>
          <p:cNvPr id="10" name="text-401">
            <a:extLst xmlns:a="http://schemas.openxmlformats.org/drawingml/2006/main">
              <a:ext uri="{FF2B5EF4-FFF2-40B4-BE49-F238E27FC236}">
                <a16:creationId xmlns:a16="http://schemas.microsoft.com/office/drawing/2014/main" id="{4605769E-90F1-4B57-ADAD-C6FF7A14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קישורים ואימותים ישנים של החבילה מתבטלים. חתימות קיימות נשמרות. כרטיס הלקוח אינו משתנה מכאן.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0B7A6-AF49-4042-AA0B-D335409E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402">
            <a:extLst xmlns:a="http://schemas.openxmlformats.org/drawingml/2006/main">
              <a:ext uri="{FF2B5EF4-FFF2-40B4-BE49-F238E27FC236}">
                <a16:creationId xmlns:a16="http://schemas.microsoft.com/office/drawing/2014/main" id="{CAC04CDE-3313-4028-B6EF-B674F0DC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40</a:t>
            </a:r>
          </a:p>
        </p:txBody>
      </p:sp>
      <p:sp>
        <p:nvSpPr>
          <p:cNvPr id="13" name="text-403">
            <a:extLst xmlns:a="http://schemas.openxmlformats.org/drawingml/2006/main">
              <a:ext uri="{FF2B5EF4-FFF2-40B4-BE49-F238E27FC236}">
                <a16:creationId xmlns:a16="http://schemas.microsoft.com/office/drawing/2014/main" id="{91027814-5420-4A47-A6A2-C4AA80279F68}"/>
              </a:ext>
            </a:extLst>
            <a:hlinkClick xmlns:r="http://schemas.openxmlformats.org/officeDocument/2006/relationships" xmlns:a="http://schemas.openxmlformats.org/drawingml/2006/main" r:id="R59e721409804414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1529967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04">
            <a:extLst xmlns:a="http://schemas.openxmlformats.org/drawingml/2006/main">
              <a:ext uri="{FF2B5EF4-FFF2-40B4-BE49-F238E27FC236}">
                <a16:creationId xmlns:a16="http://schemas.microsoft.com/office/drawing/2014/main" id="{CE25A8C7-EE80-4281-8263-FEAC0D65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24. בקשת הבהרה או סירוב</a:t>
            </a:r>
          </a:p>
        </p:txBody>
      </p:sp>
      <p:sp>
        <p:nvSpPr>
          <p:cNvPr id="2" name="text-405">
            <a:extLst xmlns:a="http://schemas.openxmlformats.org/drawingml/2006/main">
              <a:ext uri="{FF2B5EF4-FFF2-40B4-BE49-F238E27FC236}">
                <a16:creationId xmlns:a16="http://schemas.microsoft.com/office/drawing/2014/main" id="{142C466E-5DF1-4F76-988D-32C33400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מצד החותם</a:t>
            </a:r>
          </a:p>
        </p:txBody>
      </p:sp>
      <p:sp>
        <p:nvSpPr>
          <p:cNvPr id="3" name="text-406">
            <a:extLst xmlns:a="http://schemas.openxmlformats.org/drawingml/2006/main">
              <a:ext uri="{FF2B5EF4-FFF2-40B4-BE49-F238E27FC236}">
                <a16:creationId xmlns:a16="http://schemas.microsoft.com/office/drawing/2014/main" id="{7D9609CA-2661-4B8F-8B35-2845759D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החותם בוחר ״בקשת הבהרה״ או ״סירוב״ למסמך הרלוונטי ומזין את הסיבה.</a:t>
            </a:r>
          </a:p>
        </p:txBody>
      </p:sp>
      <p:sp>
        <p:nvSpPr>
          <p:cNvPr id="4" name="text-407">
            <a:extLst xmlns:a="http://schemas.openxmlformats.org/drawingml/2006/main">
              <a:ext uri="{FF2B5EF4-FFF2-40B4-BE49-F238E27FC236}">
                <a16:creationId xmlns:a16="http://schemas.microsoft.com/office/drawing/2014/main" id="{E1F4EEFC-F519-42FC-B86E-01F32B74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מצד המשרד</a:t>
            </a:r>
          </a:p>
        </p:txBody>
      </p:sp>
      <p:sp>
        <p:nvSpPr>
          <p:cNvPr id="5" name="text-408">
            <a:extLst xmlns:a="http://schemas.openxmlformats.org/drawingml/2006/main">
              <a:ext uri="{FF2B5EF4-FFF2-40B4-BE49-F238E27FC236}">
                <a16:creationId xmlns:a16="http://schemas.microsoft.com/office/drawing/2014/main" id="{131B5B0C-8979-4162-93D2-B44E44A2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פותחים את הפנייה בתוך החבילה וקוראים לאיזה מסמך היא מתייחסת. חתימות שהתקבלו נשמרות.</a:t>
            </a:r>
          </a:p>
        </p:txBody>
      </p:sp>
      <p:sp>
        <p:nvSpPr>
          <p:cNvPr id="6" name="text-409">
            <a:extLst xmlns:a="http://schemas.openxmlformats.org/drawingml/2006/main">
              <a:ext uri="{FF2B5EF4-FFF2-40B4-BE49-F238E27FC236}">
                <a16:creationId xmlns:a16="http://schemas.microsoft.com/office/drawing/2014/main" id="{42388FF2-6317-4AEA-800E-0DFA484D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אפשר להמשיך באותו נוסח?</a:t>
            </a:r>
          </a:p>
        </p:txBody>
      </p:sp>
      <p:sp>
        <p:nvSpPr>
          <p:cNvPr id="7" name="text-410">
            <a:extLst xmlns:a="http://schemas.openxmlformats.org/drawingml/2006/main">
              <a:ext uri="{FF2B5EF4-FFF2-40B4-BE49-F238E27FC236}">
                <a16:creationId xmlns:a16="http://schemas.microsoft.com/office/drawing/2014/main" id="{89884069-497F-4B22-AE0D-8F7C5307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מזינים תשובת משרד ובוחרים שמירת התשובה וחידוש החתימה. החותם ייתן הסכמה ואימות חדשים.</a:t>
            </a:r>
          </a:p>
        </p:txBody>
      </p:sp>
      <p:sp>
        <p:nvSpPr>
          <p:cNvPr id="8" name="text-411">
            <a:extLst xmlns:a="http://schemas.openxmlformats.org/drawingml/2006/main">
              <a:ext uri="{FF2B5EF4-FFF2-40B4-BE49-F238E27FC236}">
                <a16:creationId xmlns:a16="http://schemas.microsoft.com/office/drawing/2014/main" id="{B149876E-5FD7-4F69-AAD2-3967A138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צריך לשנות את המסמך?</a:t>
            </a:r>
          </a:p>
        </p:txBody>
      </p:sp>
      <p:sp>
        <p:nvSpPr>
          <p:cNvPr id="9" name="text-412">
            <a:extLst xmlns:a="http://schemas.openxmlformats.org/drawingml/2006/main">
              <a:ext uri="{FF2B5EF4-FFF2-40B4-BE49-F238E27FC236}">
                <a16:creationId xmlns:a16="http://schemas.microsoft.com/office/drawing/2014/main" id="{A1A72422-A651-427F-B18E-1D39266B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מכינים גרסה מחליפה. תשובה לפנייה אינה משנה את תוכן ה־PDF.</a:t>
            </a:r>
          </a:p>
        </p:txBody>
      </p:sp>
      <p:sp>
        <p:nvSpPr>
          <p:cNvPr id="10" name="text-413">
            <a:extLst xmlns:a="http://schemas.openxmlformats.org/drawingml/2006/main">
              <a:ext uri="{FF2B5EF4-FFF2-40B4-BE49-F238E27FC236}">
                <a16:creationId xmlns:a16="http://schemas.microsoft.com/office/drawing/2014/main" id="{70D9B729-F5C7-47F0-9293-D50E7258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השלב שתלוי במשימה ממתין עד שהמשרד מטפל בפנייה.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A9D1B-D2BD-49E6-AFB7-BAFC0249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414">
            <a:extLst xmlns:a="http://schemas.openxmlformats.org/drawingml/2006/main">
              <a:ext uri="{FF2B5EF4-FFF2-40B4-BE49-F238E27FC236}">
                <a16:creationId xmlns:a16="http://schemas.microsoft.com/office/drawing/2014/main" id="{7FEB73AF-EEA0-4636-8EA2-ADF5F82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41</a:t>
            </a:r>
          </a:p>
        </p:txBody>
      </p:sp>
      <p:sp>
        <p:nvSpPr>
          <p:cNvPr id="13" name="text-415">
            <a:extLst xmlns:a="http://schemas.openxmlformats.org/drawingml/2006/main">
              <a:ext uri="{FF2B5EF4-FFF2-40B4-BE49-F238E27FC236}">
                <a16:creationId xmlns:a16="http://schemas.microsoft.com/office/drawing/2014/main" id="{547256BD-CF10-439A-A3FD-2570752D79E8}"/>
              </a:ext>
            </a:extLst>
            <a:hlinkClick xmlns:r="http://schemas.openxmlformats.org/officeDocument/2006/relationships" xmlns:a="http://schemas.openxmlformats.org/drawingml/2006/main" r:id="R450296cd09874a5f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1063729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16">
            <a:extLst xmlns:a="http://schemas.openxmlformats.org/drawingml/2006/main">
              <a:ext uri="{FF2B5EF4-FFF2-40B4-BE49-F238E27FC236}">
                <a16:creationId xmlns:a16="http://schemas.microsoft.com/office/drawing/2014/main" id="{70698E30-1D00-4814-8A49-2A1FF886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25. גרסה מחליפה למסמך או לתהליך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99638-3148-4235-BA01-42DA41676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1459896f1484c"/>
          <a:stretch xmlns:a="http://schemas.openxmlformats.org/drawingml/2006/main"/>
        </p:blipFill>
        <p:spPr>
          <a:xfrm xmlns:a="http://schemas.openxmlformats.org/drawingml/2006/main">
            <a:off x="609600" y="1420178"/>
            <a:ext cx="5791200" cy="4379595"/>
          </a:xfrm>
          <a:prstGeom xmlns:a="http://schemas.openxmlformats.org/drawingml/2006/main" prst="rect">
            <a:avLst/>
          </a:prstGeom>
        </p:spPr>
      </p:pic>
      <p:sp>
        <p:nvSpPr>
          <p:cNvPr id="3" name="text-417">
            <a:extLst xmlns:a="http://schemas.openxmlformats.org/drawingml/2006/main">
              <a:ext uri="{FF2B5EF4-FFF2-40B4-BE49-F238E27FC236}">
                <a16:creationId xmlns:a16="http://schemas.microsoft.com/office/drawing/2014/main" id="{03FAF625-EEC8-42A9-AF30-D9A80F8C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מדוגמה נוספת בפיצ׳ר</a:t>
            </a:r>
          </a:p>
        </p:txBody>
      </p:sp>
      <p:sp>
        <p:nvSpPr>
          <p:cNvPr id="4" name="text-418">
            <a:extLst xmlns:a="http://schemas.openxmlformats.org/drawingml/2006/main">
              <a:ext uri="{FF2B5EF4-FFF2-40B4-BE49-F238E27FC236}">
                <a16:creationId xmlns:a16="http://schemas.microsoft.com/office/drawing/2014/main" id="{93050AF2-2137-4D09-8EEE-AF328BB9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מתי צריך?</a:t>
            </a:r>
          </a:p>
        </p:txBody>
      </p:sp>
      <p:sp>
        <p:nvSpPr>
          <p:cNvPr id="5" name="text-419">
            <a:extLst xmlns:a="http://schemas.openxmlformats.org/drawingml/2006/main">
              <a:ext uri="{FF2B5EF4-FFF2-40B4-BE49-F238E27FC236}">
                <a16:creationId xmlns:a16="http://schemas.microsoft.com/office/drawing/2014/main" id="{D8C9211B-AB5A-4CD1-A590-7049E049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5082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כשמשנים PDF, אנשים, סדר חתימה או פרטים אחרים שמחייבים גרסה חדשה.</a:t>
            </a:r>
          </a:p>
        </p:txBody>
      </p:sp>
      <p:sp>
        <p:nvSpPr>
          <p:cNvPr id="6" name="text-420">
            <a:extLst xmlns:a="http://schemas.openxmlformats.org/drawingml/2006/main">
              <a:ext uri="{FF2B5EF4-FFF2-40B4-BE49-F238E27FC236}">
                <a16:creationId xmlns:a16="http://schemas.microsoft.com/office/drawing/2014/main" id="{98BF9756-F1C3-4437-8DF1-88C35B5C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71382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הכנת ההחלפה</a:t>
            </a:r>
          </a:p>
        </p:txBody>
      </p:sp>
      <p:sp>
        <p:nvSpPr>
          <p:cNvPr id="7" name="text-421">
            <a:extLst xmlns:a="http://schemas.openxmlformats.org/drawingml/2006/main">
              <a:ext uri="{FF2B5EF4-FFF2-40B4-BE49-F238E27FC236}">
                <a16:creationId xmlns:a16="http://schemas.microsoft.com/office/drawing/2014/main" id="{C72EA520-A698-4CE4-8602-6C5345D4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56763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בוחרים ״הכנת גרסה מחליפה״, מזינים סיבה ובוחרים אם לעצור את הפעילה בזמן ההכנה.</a:t>
            </a:r>
          </a:p>
        </p:txBody>
      </p:sp>
      <p:sp>
        <p:nvSpPr>
          <p:cNvPr id="8" name="text-422">
            <a:extLst xmlns:a="http://schemas.openxmlformats.org/drawingml/2006/main">
              <a:ext uri="{FF2B5EF4-FFF2-40B4-BE49-F238E27FC236}">
                <a16:creationId xmlns:a16="http://schemas.microsoft.com/office/drawing/2014/main" id="{151BF62F-DE32-4FD3-94F2-2E9D65A1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33063"/>
            <a:ext cx="4781550" cy="35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בדיקה ופרסום</a:t>
            </a:r>
          </a:p>
        </p:txBody>
      </p:sp>
      <p:sp>
        <p:nvSpPr>
          <p:cNvPr id="9" name="text-423">
            <a:extLst xmlns:a="http://schemas.openxmlformats.org/drawingml/2006/main">
              <a:ext uri="{FF2B5EF4-FFF2-40B4-BE49-F238E27FC236}">
                <a16:creationId xmlns:a16="http://schemas.microsoft.com/office/drawing/2014/main" id="{97B13095-9670-4297-ADF7-83B21D8A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8445"/>
            <a:ext cx="478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950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עורכים את טיוטת ההחלפה, בודקים את הנתונים ומאשרים במפורש חתימה חדשה של הנדרשים.</a:t>
            </a:r>
          </a:p>
        </p:txBody>
      </p:sp>
      <p:sp>
        <p:nvSpPr>
          <p:cNvPr id="10" name="text-424">
            <a:extLst xmlns:a="http://schemas.openxmlformats.org/drawingml/2006/main">
              <a:ext uri="{FF2B5EF4-FFF2-40B4-BE49-F238E27FC236}">
                <a16:creationId xmlns:a16="http://schemas.microsoft.com/office/drawing/2014/main" id="{0D82F677-31B2-4833-AD0B-1A6C67FB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חתימות קודמות אינן מועתקות. המסמכים והראיות הישנים נשמרים בהיסטוריה. צילום מדוגמת החלפה נוספת.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946F5-1357-4594-9945-C5C65648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425">
            <a:extLst xmlns:a="http://schemas.openxmlformats.org/drawingml/2006/main">
              <a:ext uri="{FF2B5EF4-FFF2-40B4-BE49-F238E27FC236}">
                <a16:creationId xmlns:a16="http://schemas.microsoft.com/office/drawing/2014/main" id="{2D724013-049C-42E2-ABAD-C3BF1BDB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42</a:t>
            </a:r>
          </a:p>
        </p:txBody>
      </p:sp>
      <p:sp>
        <p:nvSpPr>
          <p:cNvPr id="13" name="text-426">
            <a:extLst xmlns:a="http://schemas.openxmlformats.org/drawingml/2006/main">
              <a:ext uri="{FF2B5EF4-FFF2-40B4-BE49-F238E27FC236}">
                <a16:creationId xmlns:a16="http://schemas.microsoft.com/office/drawing/2014/main" id="{FF0009C2-2645-441E-A821-3B356FE64FEF}"/>
              </a:ext>
            </a:extLst>
            <a:hlinkClick xmlns:r="http://schemas.openxmlformats.org/officeDocument/2006/relationships" xmlns:a="http://schemas.openxmlformats.org/drawingml/2006/main" r:id="Rff115c2e75394d0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4709067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27">
            <a:extLst xmlns:a="http://schemas.openxmlformats.org/drawingml/2006/main">
              <a:ext uri="{FF2B5EF4-FFF2-40B4-BE49-F238E27FC236}">
                <a16:creationId xmlns:a16="http://schemas.microsoft.com/office/drawing/2014/main" id="{26DDC5C2-B82F-4083-81C0-C661345A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26. ביטול, אחריות וארכיון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72267-5BB3-48DE-A29D-2129A5906243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15391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משתנה?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הפעולה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עוצרים את יתר החתימות בחבילה, עם סיבה. חתימות קיימות נשמרות. הודעות שכבר יצאו לא חוזרות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ביטול בקשת חתימה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משנים את העובדים שמטפלים בחבילה לאחר סקירה. החותמים והרשאות המערכת שלהם לא משתנים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אחריות לטיפול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מונעים שליחות חדשות מהתבנית. חבילות קיימות ממשיכות לפי הגדרתן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ארכיון תבנית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מחזירים תבנית לשימוש חדש, כשזמין ובהרשאה מתאימה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שחזור תבנית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428">
            <a:extLst xmlns:a="http://schemas.openxmlformats.org/drawingml/2006/main">
              <a:ext uri="{FF2B5EF4-FFF2-40B4-BE49-F238E27FC236}">
                <a16:creationId xmlns:a16="http://schemas.microsoft.com/office/drawing/2014/main" id="{6B1F6A73-A41C-4FE6-9171-33B0E52C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ה־X רק סוגר את החלון. כדי לבטל בקשת חתימה משתמשים בפעולת הביטול וקוראים את הסקירה שלה.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3A9E2-5F7B-45AC-B788-A1CF2C15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29">
            <a:extLst xmlns:a="http://schemas.openxmlformats.org/drawingml/2006/main">
              <a:ext uri="{FF2B5EF4-FFF2-40B4-BE49-F238E27FC236}">
                <a16:creationId xmlns:a16="http://schemas.microsoft.com/office/drawing/2014/main" id="{3C9A573C-5C92-498C-99DA-3752D5A3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43</a:t>
            </a:r>
          </a:p>
        </p:txBody>
      </p:sp>
      <p:sp>
        <p:nvSpPr>
          <p:cNvPr id="6" name="text-430">
            <a:extLst xmlns:a="http://schemas.openxmlformats.org/drawingml/2006/main">
              <a:ext uri="{FF2B5EF4-FFF2-40B4-BE49-F238E27FC236}">
                <a16:creationId xmlns:a16="http://schemas.microsoft.com/office/drawing/2014/main" id="{F4D8AFD3-9CA7-4230-95B2-423CFFEB4C1B}"/>
              </a:ext>
            </a:extLst>
            <a:hlinkClick xmlns:r="http://schemas.openxmlformats.org/officeDocument/2006/relationships" xmlns:a="http://schemas.openxmlformats.org/drawingml/2006/main" r:id="R6b982906c027402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1807742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31">
            <a:extLst xmlns:a="http://schemas.openxmlformats.org/drawingml/2006/main">
              <a:ext uri="{FF2B5EF4-FFF2-40B4-BE49-F238E27FC236}">
                <a16:creationId xmlns:a16="http://schemas.microsoft.com/office/drawing/2014/main" id="{E83F3B2B-84EA-4A52-8054-2BE6CF89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27. אישור פנימי לפני הזמנות</a:t>
            </a:r>
          </a:p>
        </p:txBody>
      </p:sp>
      <p:sp>
        <p:nvSpPr>
          <p:cNvPr id="2" name="text-432">
            <a:extLst xmlns:a="http://schemas.openxmlformats.org/drawingml/2006/main">
              <a:ext uri="{FF2B5EF4-FFF2-40B4-BE49-F238E27FC236}">
                <a16:creationId xmlns:a16="http://schemas.microsoft.com/office/drawing/2014/main" id="{EDA285D3-1CDC-46FD-B7B7-9B27FB5F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הגדרת התהליך</a:t>
            </a:r>
          </a:p>
        </p:txBody>
      </p:sp>
      <p:sp>
        <p:nvSpPr>
          <p:cNvPr id="3" name="text-433">
            <a:extLst xmlns:a="http://schemas.openxmlformats.org/drawingml/2006/main">
              <a:ext uri="{FF2B5EF4-FFF2-40B4-BE49-F238E27FC236}">
                <a16:creationId xmlns:a16="http://schemas.microsoft.com/office/drawing/2014/main" id="{02A5A4F8-C262-466D-8F45-8C06462D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כשנדרש, מגדירים בתבנית אישור פנימי ובוחרים מאשר לפני יצירת השליחה.</a:t>
            </a:r>
          </a:p>
        </p:txBody>
      </p:sp>
      <p:sp>
        <p:nvSpPr>
          <p:cNvPr id="4" name="text-434">
            <a:extLst xmlns:a="http://schemas.openxmlformats.org/drawingml/2006/main">
              <a:ext uri="{FF2B5EF4-FFF2-40B4-BE49-F238E27FC236}">
                <a16:creationId xmlns:a16="http://schemas.microsoft.com/office/drawing/2014/main" id="{6C9ABBB6-DB63-4BA2-AAD4-7D21D1E7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מה המאשר רואה?</a:t>
            </a:r>
          </a:p>
        </p:txBody>
      </p:sp>
      <p:sp>
        <p:nvSpPr>
          <p:cNvPr id="5" name="text-435">
            <a:extLst xmlns:a="http://schemas.openxmlformats.org/drawingml/2006/main">
              <a:ext uri="{FF2B5EF4-FFF2-40B4-BE49-F238E27FC236}">
                <a16:creationId xmlns:a16="http://schemas.microsoft.com/office/drawing/2014/main" id="{2962CD63-9DF4-45DE-A30C-BEA464DF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מסמכים מוכנים לבדיקה. ההזמנות ממתינות להחלטתו.</a:t>
            </a:r>
          </a:p>
        </p:txBody>
      </p:sp>
      <p:sp>
        <p:nvSpPr>
          <p:cNvPr id="6" name="text-436">
            <a:extLst xmlns:a="http://schemas.openxmlformats.org/drawingml/2006/main">
              <a:ext uri="{FF2B5EF4-FFF2-40B4-BE49-F238E27FC236}">
                <a16:creationId xmlns:a16="http://schemas.microsoft.com/office/drawing/2014/main" id="{C18B13E5-BC46-48B9-BA7F-32B85F65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אישור או החזרה</a:t>
            </a:r>
          </a:p>
        </p:txBody>
      </p:sp>
      <p:sp>
        <p:nvSpPr>
          <p:cNvPr id="7" name="text-437">
            <a:extLst xmlns:a="http://schemas.openxmlformats.org/drawingml/2006/main">
              <a:ext uri="{FF2B5EF4-FFF2-40B4-BE49-F238E27FC236}">
                <a16:creationId xmlns:a16="http://schemas.microsoft.com/office/drawing/2014/main" id="{61BC9365-8919-4D2E-8AD3-7CFEDB52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אישור הנוסח ממשיך לשליחה. החזרה לתיקון דורשת סיבה. זו בדיקת נוסח ולא חתימה של המאשר.</a:t>
            </a:r>
          </a:p>
        </p:txBody>
      </p:sp>
      <p:sp>
        <p:nvSpPr>
          <p:cNvPr id="8" name="text-438">
            <a:extLst xmlns:a="http://schemas.openxmlformats.org/drawingml/2006/main">
              <a:ext uri="{FF2B5EF4-FFF2-40B4-BE49-F238E27FC236}">
                <a16:creationId xmlns:a16="http://schemas.microsoft.com/office/drawing/2014/main" id="{8E16B166-4278-4685-A326-211A1E45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משרד של אדם אחד</a:t>
            </a:r>
          </a:p>
        </p:txBody>
      </p:sp>
      <p:sp>
        <p:nvSpPr>
          <p:cNvPr id="9" name="text-439">
            <a:extLst xmlns:a="http://schemas.openxmlformats.org/drawingml/2006/main">
              <a:ext uri="{FF2B5EF4-FFF2-40B4-BE49-F238E27FC236}">
                <a16:creationId xmlns:a16="http://schemas.microsoft.com/office/drawing/2014/main" id="{38EE6613-40BF-44EB-9610-399866F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אישור עצמי זמין רק במסלול שהוגדר במפורש למשרד יחיד. אין אישור עצמי אוטומטי.</a:t>
            </a:r>
          </a:p>
        </p:txBody>
      </p:sp>
      <p:sp>
        <p:nvSpPr>
          <p:cNvPr id="10" name="text-440">
            <a:extLst xmlns:a="http://schemas.openxmlformats.org/drawingml/2006/main">
              <a:ext uri="{FF2B5EF4-FFF2-40B4-BE49-F238E27FC236}">
                <a16:creationId xmlns:a16="http://schemas.microsoft.com/office/drawing/2014/main" id="{571C74B6-68D3-42DC-999D-F33C6B20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המסמכים יכולים להיות מוכנים ועדיין להמתין לאישור לפני הזמנת החותמים.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3ABAF-97D4-4932-AD30-82EAFA60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441">
            <a:extLst xmlns:a="http://schemas.openxmlformats.org/drawingml/2006/main">
              <a:ext uri="{FF2B5EF4-FFF2-40B4-BE49-F238E27FC236}">
                <a16:creationId xmlns:a16="http://schemas.microsoft.com/office/drawing/2014/main" id="{CD4BEFE7-FAD8-4739-9210-1617A86B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44</a:t>
            </a:r>
          </a:p>
        </p:txBody>
      </p:sp>
      <p:sp>
        <p:nvSpPr>
          <p:cNvPr id="13" name="text-442">
            <a:extLst xmlns:a="http://schemas.openxmlformats.org/drawingml/2006/main">
              <a:ext uri="{FF2B5EF4-FFF2-40B4-BE49-F238E27FC236}">
                <a16:creationId xmlns:a16="http://schemas.microsoft.com/office/drawing/2014/main" id="{29305414-6BCF-4116-B9B6-9D9CAC304099}"/>
              </a:ext>
            </a:extLst>
            <a:hlinkClick xmlns:r="http://schemas.openxmlformats.org/officeDocument/2006/relationships" xmlns:a="http://schemas.openxmlformats.org/drawingml/2006/main" r:id="Rcb69e3b823954ba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5747842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43">
            <a:extLst xmlns:a="http://schemas.openxmlformats.org/drawingml/2006/main">
              <a:ext uri="{FF2B5EF4-FFF2-40B4-BE49-F238E27FC236}">
                <a16:creationId xmlns:a16="http://schemas.microsoft.com/office/drawing/2014/main" id="{6104471B-17D5-4C00-89E4-D9C973E7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28. קבלת העותק החתום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412D4-97C4-44D9-A5DD-5C44E5D7C3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ee26df73b4123"/>
          <a:stretch xmlns:a="http://schemas.openxmlformats.org/drawingml/2006/main"/>
        </p:blipFill>
        <p:spPr>
          <a:xfrm xmlns:a="http://schemas.openxmlformats.org/drawingml/2006/main">
            <a:off x="609600" y="1519714"/>
            <a:ext cx="5791200" cy="4180523"/>
          </a:xfrm>
          <a:prstGeom xmlns:a="http://schemas.openxmlformats.org/drawingml/2006/main" prst="rect">
            <a:avLst/>
          </a:prstGeom>
        </p:spPr>
      </p:pic>
      <p:sp>
        <p:nvSpPr>
          <p:cNvPr id="3" name="text-444">
            <a:extLst xmlns:a="http://schemas.openxmlformats.org/drawingml/2006/main">
              <a:ext uri="{FF2B5EF4-FFF2-40B4-BE49-F238E27FC236}">
                <a16:creationId xmlns:a16="http://schemas.microsoft.com/office/drawing/2014/main" id="{B23EBB41-D9FE-497A-B8A6-EDCEE911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5791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צילום מדוגמה נוספת בפיצ׳ר</a:t>
            </a:r>
          </a:p>
        </p:txBody>
      </p:sp>
      <p:sp>
        <p:nvSpPr>
          <p:cNvPr id="4" name="text-445">
            <a:extLst xmlns:a="http://schemas.openxmlformats.org/drawingml/2006/main">
              <a:ext uri="{FF2B5EF4-FFF2-40B4-BE49-F238E27FC236}">
                <a16:creationId xmlns:a16="http://schemas.microsoft.com/office/drawing/2014/main" id="{5863AB19-DA54-4DF4-89EA-1FE1C5E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במשרד</a:t>
            </a:r>
          </a:p>
        </p:txBody>
      </p:sp>
      <p:sp>
        <p:nvSpPr>
          <p:cNvPr id="5" name="text-446">
            <a:extLst xmlns:a="http://schemas.openxmlformats.org/drawingml/2006/main">
              <a:ext uri="{FF2B5EF4-FFF2-40B4-BE49-F238E27FC236}">
                <a16:creationId xmlns:a16="http://schemas.microsoft.com/office/drawing/2014/main" id="{93E4E75B-FCFC-4795-A6EF-D9F59C96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3556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פותחים את החבילה ומשתמשים בהצגה ובהורדות הזמינות בהתאם למצב ולהרשאות.</a:t>
            </a:r>
          </a:p>
        </p:txBody>
      </p:sp>
      <p:sp>
        <p:nvSpPr>
          <p:cNvPr id="6" name="text-447">
            <a:extLst xmlns:a="http://schemas.openxmlformats.org/drawingml/2006/main">
              <a:ext uri="{FF2B5EF4-FFF2-40B4-BE49-F238E27FC236}">
                <a16:creationId xmlns:a16="http://schemas.microsoft.com/office/drawing/2014/main" id="{A12616A7-5002-4571-AE81-36809A75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36044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אצל החותם</a:t>
            </a:r>
          </a:p>
        </p:txBody>
      </p:sp>
      <p:sp>
        <p:nvSpPr>
          <p:cNvPr id="7" name="text-448">
            <a:extLst xmlns:a="http://schemas.openxmlformats.org/drawingml/2006/main">
              <a:ext uri="{FF2B5EF4-FFF2-40B4-BE49-F238E27FC236}">
                <a16:creationId xmlns:a16="http://schemas.microsoft.com/office/drawing/2014/main" id="{5E44CD01-FE90-4EA5-AA39-29B03EB4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09900"/>
            <a:ext cx="478155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עותק חתום פותח מסך קריאה והורדה, בלי לבקש חתימה חדשה.</a:t>
            </a:r>
          </a:p>
        </p:txBody>
      </p:sp>
      <p:sp>
        <p:nvSpPr>
          <p:cNvPr id="8" name="text-449">
            <a:extLst xmlns:a="http://schemas.openxmlformats.org/drawingml/2006/main">
              <a:ext uri="{FF2B5EF4-FFF2-40B4-BE49-F238E27FC236}">
                <a16:creationId xmlns:a16="http://schemas.microsoft.com/office/drawing/2014/main" id="{F6945951-66D1-4538-AA99-F4765BE9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62388"/>
            <a:ext cx="47815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מידע אישי</a:t>
            </a:r>
          </a:p>
        </p:txBody>
      </p:sp>
      <p:sp>
        <p:nvSpPr>
          <p:cNvPr id="9" name="text-450">
            <a:extLst xmlns:a="http://schemas.openxmlformats.org/drawingml/2006/main">
              <a:ext uri="{FF2B5EF4-FFF2-40B4-BE49-F238E27FC236}">
                <a16:creationId xmlns:a16="http://schemas.microsoft.com/office/drawing/2014/main" id="{EFD2E091-4A8B-489E-A704-DC58EE6A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6244"/>
            <a:ext cx="4781550" cy="9596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החותם מקבל את המסמכים והאישור האישי שמותר לו לקבל. ראיות המשרד המלאות נשארות לצוות המורשה.</a:t>
            </a:r>
          </a:p>
        </p:txBody>
      </p:sp>
      <p:sp>
        <p:nvSpPr>
          <p:cNvPr id="10" name="text-451">
            <a:extLst xmlns:a="http://schemas.openxmlformats.org/drawingml/2006/main">
              <a:ext uri="{FF2B5EF4-FFF2-40B4-BE49-F238E27FC236}">
                <a16:creationId xmlns:a16="http://schemas.microsoft.com/office/drawing/2014/main" id="{EF1D9ED9-45AE-4FA3-8B16-4FFB51B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62575"/>
            <a:ext cx="4781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שפת הממשק אינה מתרגמת את תוכן ה־PDF. צילום מדוגמת עותק חתום נוספת.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4EFAB-1859-47C1-8635-F45B66C0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452">
            <a:extLst xmlns:a="http://schemas.openxmlformats.org/drawingml/2006/main">
              <a:ext uri="{FF2B5EF4-FFF2-40B4-BE49-F238E27FC236}">
                <a16:creationId xmlns:a16="http://schemas.microsoft.com/office/drawing/2014/main" id="{DC847330-51A6-453C-BEA6-821187FA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45</a:t>
            </a:r>
          </a:p>
        </p:txBody>
      </p:sp>
      <p:sp>
        <p:nvSpPr>
          <p:cNvPr id="13" name="text-453">
            <a:extLst xmlns:a="http://schemas.openxmlformats.org/drawingml/2006/main">
              <a:ext uri="{FF2B5EF4-FFF2-40B4-BE49-F238E27FC236}">
                <a16:creationId xmlns:a16="http://schemas.microsoft.com/office/drawing/2014/main" id="{7EEF25FD-40C9-4AFF-8E17-BCE4148E81E9}"/>
              </a:ext>
            </a:extLst>
            <a:hlinkClick xmlns:r="http://schemas.openxmlformats.org/officeDocument/2006/relationships" xmlns:a="http://schemas.openxmlformats.org/drawingml/2006/main" r:id="Rc381e8e3664f40ab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98330354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54">
            <a:extLst xmlns:a="http://schemas.openxmlformats.org/drawingml/2006/main">
              <a:ext uri="{FF2B5EF4-FFF2-40B4-BE49-F238E27FC236}">
                <a16:creationId xmlns:a16="http://schemas.microsoft.com/office/drawing/2014/main" id="{38EC1871-3DE9-4EF9-BBD7-C492A062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מסך התבניות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5D05-9BBA-498E-BAD3-5A741276BB48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יצירת תבנית חדשה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תבנית חדשה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מתחיל הכנת חבילות עם אותה תבנית וגרסה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שליחה מהתבנית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עריכה. הפרסום הבא לא משנה חבילות קיימות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עריכה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מונע שימוש חדש בתבנית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ארכיון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מציג את התבניות הזמינות או את הארכיון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תבניות פעילות / ארכיון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מחזיר תבנית לשימוש כאשר הפעולה זמינה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שחזור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חוזר למסמכי החתימה של המשרד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חזרה למסמכים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455">
            <a:extLst xmlns:a="http://schemas.openxmlformats.org/drawingml/2006/main">
              <a:ext uri="{FF2B5EF4-FFF2-40B4-BE49-F238E27FC236}">
                <a16:creationId xmlns:a16="http://schemas.microsoft.com/office/drawing/2014/main" id="{E3C9E644-D8DA-4240-B02A-77C21FD9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הפעולות שמופיעות תלויות בהרשאות ובמצב התבנית.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65CCB-01EF-4F9E-AA70-86FF4D86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56">
            <a:extLst xmlns:a="http://schemas.openxmlformats.org/drawingml/2006/main">
              <a:ext uri="{FF2B5EF4-FFF2-40B4-BE49-F238E27FC236}">
                <a16:creationId xmlns:a16="http://schemas.microsoft.com/office/drawing/2014/main" id="{1DBFB4A7-5728-4BF8-8BD1-935D90C8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46</a:t>
            </a:r>
          </a:p>
        </p:txBody>
      </p:sp>
      <p:sp>
        <p:nvSpPr>
          <p:cNvPr id="6" name="text-457">
            <a:extLst xmlns:a="http://schemas.openxmlformats.org/drawingml/2006/main">
              <a:ext uri="{FF2B5EF4-FFF2-40B4-BE49-F238E27FC236}">
                <a16:creationId xmlns:a16="http://schemas.microsoft.com/office/drawing/2014/main" id="{82BB340E-0863-4049-ADF0-854BE084E3CB}"/>
              </a:ext>
            </a:extLst>
            <a:hlinkClick xmlns:r="http://schemas.openxmlformats.org/officeDocument/2006/relationships" xmlns:a="http://schemas.openxmlformats.org/drawingml/2006/main" r:id="Rb7ae45efb27448a0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75426975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58">
            <a:extLst xmlns:a="http://schemas.openxmlformats.org/drawingml/2006/main">
              <a:ext uri="{FF2B5EF4-FFF2-40B4-BE49-F238E27FC236}">
                <a16:creationId xmlns:a16="http://schemas.microsoft.com/office/drawing/2014/main" id="{84D9ED23-99E4-4EDD-951B-9F46333C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שם וחותמים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964BB-9EE9-4E3E-9CF7-F4BB8B5DB947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מעביר לשלב המתאים בעורך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שם וחותמים / מסמכים ושדות / בדיקה ושמירה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 מקביל, אחד אחרי השני או קבוצות בשלבים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סדר החתימות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מוסיף סוג השתתפות לתבנית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הוספת חותם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משנה סדר כשאפשר. בחתימה בשלבים בודקים גם את קבוצת השלב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חיצי הקדמה ואחר כך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מסיר תפקיד שאין לו שדות תלויים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הסרת תפקיד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מבחין בין אדם משתנה לאדם קבוע בשליחה מרוכזת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בשליחה לכמה חבילות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מגדיר באיזו קבוצה התפקיד יחתום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שלב החתימה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459">
            <a:extLst xmlns:a="http://schemas.openxmlformats.org/drawingml/2006/main">
              <a:ext uri="{FF2B5EF4-FFF2-40B4-BE49-F238E27FC236}">
                <a16:creationId xmlns:a16="http://schemas.microsoft.com/office/drawing/2014/main" id="{3DCD6424-8B15-480D-892D-7B74E9E6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אם הסרת תפקיד חסומה, מסירים או משייכים מחדש את השדות שלו לפני ההסרה.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EF18C-9B9D-4CAB-ADBE-5731B2AF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60">
            <a:extLst xmlns:a="http://schemas.openxmlformats.org/drawingml/2006/main">
              <a:ext uri="{FF2B5EF4-FFF2-40B4-BE49-F238E27FC236}">
                <a16:creationId xmlns:a16="http://schemas.microsoft.com/office/drawing/2014/main" id="{65F86E8E-3D8A-44DA-B757-2230297D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47</a:t>
            </a:r>
          </a:p>
        </p:txBody>
      </p:sp>
      <p:sp>
        <p:nvSpPr>
          <p:cNvPr id="6" name="text-461">
            <a:extLst xmlns:a="http://schemas.openxmlformats.org/drawingml/2006/main">
              <a:ext uri="{FF2B5EF4-FFF2-40B4-BE49-F238E27FC236}">
                <a16:creationId xmlns:a16="http://schemas.microsoft.com/office/drawing/2014/main" id="{ACBA0034-1DF4-488E-AAAB-0E18DBC9C6B9}"/>
              </a:ext>
            </a:extLst>
            <a:hlinkClick xmlns:r="http://schemas.openxmlformats.org/officeDocument/2006/relationships" xmlns:a="http://schemas.openxmlformats.org/drawingml/2006/main" r:id="R2ad788550ac54cb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14845021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62">
            <a:extLst xmlns:a="http://schemas.openxmlformats.org/drawingml/2006/main">
              <a:ext uri="{FF2B5EF4-FFF2-40B4-BE49-F238E27FC236}">
                <a16:creationId xmlns:a16="http://schemas.microsoft.com/office/drawing/2014/main" id="{18EF7913-C8C1-4BFB-97CF-95EEDAA4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הגדרות: אדם ומידע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FDDE4-F6CC-400E-8709-7678CBF0CDB4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מגדירים?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בשם עצמו, בכושר מקצועי או בשם גורם אחר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באיזה תפקיד חותמים?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מספר האנשים המינימלי והמרבי באותו תפקיד בחבילה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מספר החותמים בתפקיד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תנאי הכללה של התפקיד לפי נתוני החבילה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מתי החותם הזה נדרש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נתון שהמשרד ימלא לפני שליחה ויוכל למקם במסמך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הוספת שדה מידע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שם, סוג, חובה וערך פתיחה לנתון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הגדרות שדה מידע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מחבר מקום חתימה לאדם מסוים בתוך תפקיד עם כמה אנשים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מקום האדם בתפקיד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463">
            <a:extLst xmlns:a="http://schemas.openxmlformats.org/drawingml/2006/main">
              <a:ext uri="{FF2B5EF4-FFF2-40B4-BE49-F238E27FC236}">
                <a16:creationId xmlns:a16="http://schemas.microsoft.com/office/drawing/2014/main" id="{BE04FC9E-C960-4F18-A125-A7D19710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בתפקיד עם שני אנשים צריך למקם שדות לשני המקומות. אותו מספר פרטים אינו יוצר זהות משותפת.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81047-23D3-44D9-9090-91A2C4DE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64">
            <a:extLst xmlns:a="http://schemas.openxmlformats.org/drawingml/2006/main">
              <a:ext uri="{FF2B5EF4-FFF2-40B4-BE49-F238E27FC236}">
                <a16:creationId xmlns:a16="http://schemas.microsoft.com/office/drawing/2014/main" id="{27BF6F8C-1D27-4044-A4E1-0C2FDFDE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48</a:t>
            </a:r>
          </a:p>
        </p:txBody>
      </p:sp>
      <p:sp>
        <p:nvSpPr>
          <p:cNvPr id="6" name="text-465">
            <a:extLst xmlns:a="http://schemas.openxmlformats.org/drawingml/2006/main">
              <a:ext uri="{FF2B5EF4-FFF2-40B4-BE49-F238E27FC236}">
                <a16:creationId xmlns:a16="http://schemas.microsoft.com/office/drawing/2014/main" id="{675C12E2-CFA6-4F37-934C-30B362666C85}"/>
              </a:ext>
            </a:extLst>
            <a:hlinkClick xmlns:r="http://schemas.openxmlformats.org/officeDocument/2006/relationships" xmlns:a="http://schemas.openxmlformats.org/drawingml/2006/main" r:id="R496e215e6f69494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72347241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66">
            <a:extLst xmlns:a="http://schemas.openxmlformats.org/drawingml/2006/main">
              <a:ext uri="{FF2B5EF4-FFF2-40B4-BE49-F238E27FC236}">
                <a16:creationId xmlns:a16="http://schemas.microsoft.com/office/drawing/2014/main" id="{33089A87-0D16-4059-B5FD-F03EC3E7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מסמכים ושמירה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BE204-6827-4020-92F1-3553EAD35D9F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מעלה קובץ מקור נוסף לתבנית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הוספת PDF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בוחרת איזה PDF עורכים כעת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לשונית המסמך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 תפקיד, ולאחר מכן את סוג השדה החדש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תפקיד מעל ה־PDF / פלוס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שיוך, תווית, חובה והגדרות השדה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עריכת השדה / השדה שנבחר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מסירים את הפריט שנבחר, אחרי בדיקת השיוך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מחיקת שדה / הסרת מסמך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שומרת עבודה להמשך ללא פרסום גרסה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שמירת טיוטה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יוצר גרסה זמינה לשליחות חדשות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פרסום גרסת תבנית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467">
            <a:extLst xmlns:a="http://schemas.openxmlformats.org/drawingml/2006/main">
              <a:ext uri="{FF2B5EF4-FFF2-40B4-BE49-F238E27FC236}">
                <a16:creationId xmlns:a16="http://schemas.microsoft.com/office/drawing/2014/main" id="{68B3FFA0-2D01-4A14-AC08-837C3679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המשך וקודם עוברים בין השלבים. חזרה לתבניות עשויה לבקש אישור יציאה כשיש שינוי שלא נשמר.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3C73C-FAE6-4571-9263-96306CC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68">
            <a:extLst xmlns:a="http://schemas.openxmlformats.org/drawingml/2006/main">
              <a:ext uri="{FF2B5EF4-FFF2-40B4-BE49-F238E27FC236}">
                <a16:creationId xmlns:a16="http://schemas.microsoft.com/office/drawing/2014/main" id="{EA7F0F7A-AAC5-4F36-8D8E-C697678C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49</a:t>
            </a:r>
          </a:p>
        </p:txBody>
      </p:sp>
      <p:sp>
        <p:nvSpPr>
          <p:cNvPr id="6" name="text-469">
            <a:extLst xmlns:a="http://schemas.openxmlformats.org/drawingml/2006/main">
              <a:ext uri="{FF2B5EF4-FFF2-40B4-BE49-F238E27FC236}">
                <a16:creationId xmlns:a16="http://schemas.microsoft.com/office/drawing/2014/main" id="{19C70ADC-1EC0-4255-A9AF-418213FB7E33}"/>
              </a:ext>
            </a:extLst>
            <a:hlinkClick xmlns:r="http://schemas.openxmlformats.org/officeDocument/2006/relationships" xmlns:a="http://schemas.openxmlformats.org/drawingml/2006/main" r:id="R276c4dde649e4e4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17299937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70">
            <a:extLst xmlns:a="http://schemas.openxmlformats.org/drawingml/2006/main">
              <a:ext uri="{FF2B5EF4-FFF2-40B4-BE49-F238E27FC236}">
                <a16:creationId xmlns:a16="http://schemas.microsoft.com/office/drawing/2014/main" id="{8EB48651-CB4C-4838-909C-6136F7A9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הכנת שליחה ויבוא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9261A-98FF-4697-9D94-E8B9CDAC773C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מוסיף חבילה עם אנשים ונתונים משלה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הוספת חבילה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 אדם למקום בתפקיד או מזין את פרטיו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בחירת אדם / פרטי נמען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מכין מיפוי עמודות לפי תפקיד ומידע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יבוא Excel / בחירת גיליון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מציג שורות ושגיאות לפני העברת הנתונים לחבילות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בדיקת היבוא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מחיל את השורות רק כשאין שגיאות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החלת היבוא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מציג אנשים, מסמכים, שלבים וערוצים לאישור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בדיקה לפני שליחה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שומר חבילות ועבודות הכנה ומשלוח לאחר הסקירה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אישור השליחה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471">
            <a:extLst xmlns:a="http://schemas.openxmlformats.org/drawingml/2006/main">
              <a:ext uri="{FF2B5EF4-FFF2-40B4-BE49-F238E27FC236}">
                <a16:creationId xmlns:a16="http://schemas.microsoft.com/office/drawing/2014/main" id="{3DBEF310-36F3-4685-8015-9FAE5DA7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בחירת תבנית אחרת או החלפת נתונים קיימים מחייבת לקרוא את אזהרת ההחלפה.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C7D87-44F7-4E7F-ADD8-A06C8D55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72">
            <a:extLst xmlns:a="http://schemas.openxmlformats.org/drawingml/2006/main">
              <a:ext uri="{FF2B5EF4-FFF2-40B4-BE49-F238E27FC236}">
                <a16:creationId xmlns:a16="http://schemas.microsoft.com/office/drawing/2014/main" id="{9C33C24B-0394-4956-851D-1B60CC99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50</a:t>
            </a:r>
          </a:p>
        </p:txBody>
      </p:sp>
      <p:sp>
        <p:nvSpPr>
          <p:cNvPr id="6" name="text-473">
            <a:extLst xmlns:a="http://schemas.openxmlformats.org/drawingml/2006/main">
              <a:ext uri="{FF2B5EF4-FFF2-40B4-BE49-F238E27FC236}">
                <a16:creationId xmlns:a16="http://schemas.microsoft.com/office/drawing/2014/main" id="{F9CCDFA6-99E0-4001-AFA1-D55CC16BF394}"/>
              </a:ext>
            </a:extLst>
            <a:hlinkClick xmlns:r="http://schemas.openxmlformats.org/officeDocument/2006/relationships" xmlns:a="http://schemas.openxmlformats.org/drawingml/2006/main" r:id="R8cdf5ba7fd92479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43033034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74">
            <a:extLst xmlns:a="http://schemas.openxmlformats.org/drawingml/2006/main">
              <a:ext uri="{FF2B5EF4-FFF2-40B4-BE49-F238E27FC236}">
                <a16:creationId xmlns:a16="http://schemas.microsoft.com/office/drawing/2014/main" id="{450CFC3F-9941-40CF-B45F-6E45EC8E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החותם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03EF6-C25C-4C15-92D0-C54C5781C9BC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עיון במסמכים ובשדות שזמינים לחותם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בחירת מסמך / מעבר עמוד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מוחק ציור נוכחי כדי לצייר מחדש לפני אישור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נקה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מאפשר השלמת אימות לפי האפשרות והמועד המוצגים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שליחת קוד / קוד חדש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מאשר חתימה למקום או למקומות בתוך PDF אחד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חתום / חתום על הכל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מאשר קבוצה של לפחות שני PDFs שונים ומוכנים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חתום על כל המסמכים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פנייה לגבי המסמך המסוים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בקשת הבהרה / סירוב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מסיים וחוזר למסך המתאים לסוג המשתמש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סיום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475">
            <a:extLst xmlns:a="http://schemas.openxmlformats.org/drawingml/2006/main">
              <a:ext uri="{FF2B5EF4-FFF2-40B4-BE49-F238E27FC236}">
                <a16:creationId xmlns:a16="http://schemas.microsoft.com/office/drawing/2014/main" id="{29C3AF96-BD8F-4C9E-AC0C-B1F2EBF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אפשרויות נוספות בחלון החתימה תלויות במסלול ובזמינות. לפני אישור קוראים תמיד על אילו משימות הפעולה תחול.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02CD8-4412-47FF-AF25-A98B3715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76">
            <a:extLst xmlns:a="http://schemas.openxmlformats.org/drawingml/2006/main">
              <a:ext uri="{FF2B5EF4-FFF2-40B4-BE49-F238E27FC236}">
                <a16:creationId xmlns:a16="http://schemas.microsoft.com/office/drawing/2014/main" id="{A8DA0C89-B7A4-44E2-B1C1-5D319212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51</a:t>
            </a:r>
          </a:p>
        </p:txBody>
      </p:sp>
      <p:sp>
        <p:nvSpPr>
          <p:cNvPr id="6" name="text-477">
            <a:extLst xmlns:a="http://schemas.openxmlformats.org/drawingml/2006/main">
              <a:ext uri="{FF2B5EF4-FFF2-40B4-BE49-F238E27FC236}">
                <a16:creationId xmlns:a16="http://schemas.microsoft.com/office/drawing/2014/main" id="{FDC8F16D-A780-4E53-91C9-F8422744DA4F}"/>
              </a:ext>
            </a:extLst>
            <a:hlinkClick xmlns:r="http://schemas.openxmlformats.org/officeDocument/2006/relationships" xmlns:a="http://schemas.openxmlformats.org/drawingml/2006/main" r:id="R436c762ded534717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0792401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78">
            <a:extLst xmlns:a="http://schemas.openxmlformats.org/drawingml/2006/main">
              <a:ext uri="{FF2B5EF4-FFF2-40B4-BE49-F238E27FC236}">
                <a16:creationId xmlns:a16="http://schemas.microsoft.com/office/drawing/2014/main" id="{EDB8CCBF-69E6-46F4-B7AF-434E314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חבילה ופעולות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CC6F3-673C-4FD7-AE3D-6379F1E3F15F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את המסמך המתאים לאדם ולמצב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הצגת המסמך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מציג מסמכים או ראיות לפי הרשאות ומצב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הורדה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מכין סקירה של משלוח ממוקד לאדם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תזכורת / שליחה חוזרת / חידוש קישור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שומר תיקון לאותו אדם בחבילה, עם סיבה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תיקון פרטי קשר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סוקר ומעדכן את עובדי המשרד שמטפלים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אחריות לטיפול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מכין עצירה מפורשת של יתר החתימות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ביטול בקשת חתימה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מכין תהליך חדש עם גרסה והסכמה חדשות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הכנת גרסה מחליפה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479">
            <a:extLst xmlns:a="http://schemas.openxmlformats.org/drawingml/2006/main">
              <a:ext uri="{FF2B5EF4-FFF2-40B4-BE49-F238E27FC236}">
                <a16:creationId xmlns:a16="http://schemas.microsoft.com/office/drawing/2014/main" id="{B7B82257-62C4-4CE2-BDE4-F624DF85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X סוגר את החבילה. חותמים, מסמכים, מסירה והיסטוריית גרסאות מחליפים רק את התצוגה.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95F87-41A9-4ADA-8FC7-708BF15B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80">
            <a:extLst xmlns:a="http://schemas.openxmlformats.org/drawingml/2006/main">
              <a:ext uri="{FF2B5EF4-FFF2-40B4-BE49-F238E27FC236}">
                <a16:creationId xmlns:a16="http://schemas.microsoft.com/office/drawing/2014/main" id="{95FECDB1-A452-4340-A69D-D1CE202F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52</a:t>
            </a:r>
          </a:p>
        </p:txBody>
      </p:sp>
      <p:sp>
        <p:nvSpPr>
          <p:cNvPr id="6" name="text-481">
            <a:extLst xmlns:a="http://schemas.openxmlformats.org/drawingml/2006/main">
              <a:ext uri="{FF2B5EF4-FFF2-40B4-BE49-F238E27FC236}">
                <a16:creationId xmlns:a16="http://schemas.microsoft.com/office/drawing/2014/main" id="{97F741FD-DC9C-449E-A709-884B5E492A46}"/>
              </a:ext>
            </a:extLst>
            <a:hlinkClick xmlns:r="http://schemas.openxmlformats.org/officeDocument/2006/relationships" xmlns:a="http://schemas.openxmlformats.org/drawingml/2006/main" r:id="R575ea5e10cd94bb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20768848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82">
            <a:extLst xmlns:a="http://schemas.openxmlformats.org/drawingml/2006/main">
              <a:ext uri="{FF2B5EF4-FFF2-40B4-BE49-F238E27FC236}">
                <a16:creationId xmlns:a16="http://schemas.microsoft.com/office/drawing/2014/main" id="{81683CB2-1858-432E-B086-A2010BA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פעולות מרוכזות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A462C-94AE-49BD-B88A-A94778E515C7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406755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מצמצם את הרשימה לפי מצב או שם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חיפוש / מסנן מצב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 עמוד נוכחי או את כל התוצאות התואמות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בחירת העמוד / בחירת כל התוצאות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מנקה את הבחירה הנוכחית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ניקוי הבחירה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קובע מה לשלוח ובאיזה ערוץ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תזכורת / שליחה חוזרת / עותק חתום / קיים / אימייל / SMS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מקפיא בחירה ומציג היקף וסיבות להחרגה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בדיקת הנמענים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שומר את פעולת המשלוח שנבדקה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אישור מספר ההודעות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התקדמות ותוצאות של בקשה קיימת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בקשות אחרונות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483">
            <a:extLst xmlns:a="http://schemas.openxmlformats.org/drawingml/2006/main">
              <a:ext uri="{FF2B5EF4-FFF2-40B4-BE49-F238E27FC236}">
                <a16:creationId xmlns:a16="http://schemas.microsoft.com/office/drawing/2014/main" id="{5310DC3F-4E4B-4984-8C5D-605976BF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406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קודם והבא עוברים בין עמודי התוצאות. רענון או ניסיון שוב בודקים מצב עדכני לאחר תקלה.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26610-6217-4968-8C51-4D451B5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84">
            <a:extLst xmlns:a="http://schemas.openxmlformats.org/drawingml/2006/main">
              <a:ext uri="{FF2B5EF4-FFF2-40B4-BE49-F238E27FC236}">
                <a16:creationId xmlns:a16="http://schemas.microsoft.com/office/drawing/2014/main" id="{3E8CAA9D-8462-41D1-8CB2-C5FEBB16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53</a:t>
            </a:r>
          </a:p>
        </p:txBody>
      </p:sp>
      <p:sp>
        <p:nvSpPr>
          <p:cNvPr id="6" name="text-485">
            <a:extLst xmlns:a="http://schemas.openxmlformats.org/drawingml/2006/main">
              <a:ext uri="{FF2B5EF4-FFF2-40B4-BE49-F238E27FC236}">
                <a16:creationId xmlns:a16="http://schemas.microsoft.com/office/drawing/2014/main" id="{5D4B1C05-4956-4D53-BF30-914FD1A1BCC1}"/>
              </a:ext>
            </a:extLst>
            <a:hlinkClick xmlns:r="http://schemas.openxmlformats.org/officeDocument/2006/relationships" xmlns:a="http://schemas.openxmlformats.org/drawingml/2006/main" r:id="Rc4eaad7399a84b4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21549353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86">
            <a:extLst xmlns:a="http://schemas.openxmlformats.org/drawingml/2006/main">
              <a:ext uri="{FF2B5EF4-FFF2-40B4-BE49-F238E27FC236}">
                <a16:creationId xmlns:a16="http://schemas.microsoft.com/office/drawing/2014/main" id="{E313459E-B1D2-4529-9E1B-385F9C7B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אנשים וייצוג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36259-6A01-4623-8E5E-AF4826330236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חיפוש וקישור מפורש לזהות שכבר נשמרה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שימוש באדם שמור / חיפוש אדם שמור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שומר את האדם ופרטי הקשר שהוזנו לבחירה מפורשת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שמירת האדם שהוזן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מסיר את הבחירה הנוכחית ומאפשר לבחור זהות אחרת לפני שליחה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בחירת אדם אחר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 את הגורם שהאדם מייצג, כשהכושר הוא בשם אחר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בשם מי חותמים?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מוסיף אדם או ארגון מיוצג ובוחר אותו לחבילה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הוספת אדם או ארגון מיוצג / הוספה ובחירה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 סמכות שאושרה ומתאימה לאדם, לגורם ולתפקיד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בחירת סמכות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487">
            <a:extLst xmlns:a="http://schemas.openxmlformats.org/drawingml/2006/main">
              <a:ext uri="{FF2B5EF4-FFF2-40B4-BE49-F238E27FC236}">
                <a16:creationId xmlns:a16="http://schemas.microsoft.com/office/drawing/2014/main" id="{65195DAA-4BB1-419C-834C-734D7A27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הזנת אדם בשם גורם אחר אינה מספיקה. צריך לבחור גם סמכות מתאימה ובתוקף.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A10DD-3DB6-474E-BEB9-298729B5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88">
            <a:extLst xmlns:a="http://schemas.openxmlformats.org/drawingml/2006/main">
              <a:ext uri="{FF2B5EF4-FFF2-40B4-BE49-F238E27FC236}">
                <a16:creationId xmlns:a16="http://schemas.microsoft.com/office/drawing/2014/main" id="{BD1C78D6-0DB8-4F06-9888-EABBCF91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54</a:t>
            </a:r>
          </a:p>
        </p:txBody>
      </p:sp>
      <p:sp>
        <p:nvSpPr>
          <p:cNvPr id="6" name="text-489">
            <a:extLst xmlns:a="http://schemas.openxmlformats.org/drawingml/2006/main">
              <a:ext uri="{FF2B5EF4-FFF2-40B4-BE49-F238E27FC236}">
                <a16:creationId xmlns:a16="http://schemas.microsoft.com/office/drawing/2014/main" id="{7E2D427E-AC5F-49A8-8617-FD121EB65389}"/>
              </a:ext>
            </a:extLst>
            <a:hlinkClick xmlns:r="http://schemas.openxmlformats.org/officeDocument/2006/relationships" xmlns:a="http://schemas.openxmlformats.org/drawingml/2006/main" r:id="R6e687ddc7ea2470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10914945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90">
            <a:extLst xmlns:a="http://schemas.openxmlformats.org/drawingml/2006/main">
              <a:ext uri="{FF2B5EF4-FFF2-40B4-BE49-F238E27FC236}">
                <a16:creationId xmlns:a16="http://schemas.microsoft.com/office/drawing/2014/main" id="{A2929440-86D5-49E3-AC83-EEA869C3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אסמכתה ובדיקת סמכות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D0FC6-6ED6-46CA-9656-61D22AFB2358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כלי בדיקה למי שמורשה לאשר סמכות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אסמכתה ובדיקת סמכות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מעלה מסמך פרטי לבדיקה / מציג את האסמכתה שנשמרה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העלאת אסמכתה ב־PDF / פתיחת האסמכתה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מגדירים תחילת תוקף וסוף תוקף, כשנדרש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בתוקף מתאריך / בתוקף עד תאריך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יוצר סמכות במצב ממתינה לאישור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שמירת סמכות לבדיקה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מאשר או מבטל עם סיבת הבדיקה ובהרשאה מתאימה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אישור הסמכות לאחר בדיקה / ביטול הסמכות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מתעד בדיקת מזהה מול אסמכתה. אינו מחליף את בדיקת המשרד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בדיקת זהות של חותם / אישור בדיקת הזהות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491">
            <a:extLst xmlns:a="http://schemas.openxmlformats.org/drawingml/2006/main">
              <a:ext uri="{FF2B5EF4-FFF2-40B4-BE49-F238E27FC236}">
                <a16:creationId xmlns:a16="http://schemas.microsoft.com/office/drawing/2014/main" id="{DD004477-9DD3-4CEA-8A55-3AA432CB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בשני מורשים נפרדים משלימים גם את בדיקת הזהות שנדרשת. אין לאחד אותם לפי אימייל או טלפון.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52E9A-79F5-4EF4-B84F-F04BF4F4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92">
            <a:extLst xmlns:a="http://schemas.openxmlformats.org/drawingml/2006/main">
              <a:ext uri="{FF2B5EF4-FFF2-40B4-BE49-F238E27FC236}">
                <a16:creationId xmlns:a16="http://schemas.microsoft.com/office/drawing/2014/main" id="{F87757FD-4353-4A61-9924-DC7C2883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55</a:t>
            </a:r>
          </a:p>
        </p:txBody>
      </p:sp>
      <p:sp>
        <p:nvSpPr>
          <p:cNvPr id="6" name="text-493">
            <a:extLst xmlns:a="http://schemas.openxmlformats.org/drawingml/2006/main">
              <a:ext uri="{FF2B5EF4-FFF2-40B4-BE49-F238E27FC236}">
                <a16:creationId xmlns:a16="http://schemas.microsoft.com/office/drawing/2014/main" id="{9F8AC4DB-35E5-45A5-B8C1-8D4CA01C7EC9}"/>
              </a:ext>
            </a:extLst>
            <a:hlinkClick xmlns:r="http://schemas.openxmlformats.org/officeDocument/2006/relationships" xmlns:a="http://schemas.openxmlformats.org/drawingml/2006/main" r:id="R4a2c7d7a1c7e4d1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82367846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94">
            <a:extLst xmlns:a="http://schemas.openxmlformats.org/drawingml/2006/main">
              <a:ext uri="{FF2B5EF4-FFF2-40B4-BE49-F238E27FC236}">
                <a16:creationId xmlns:a16="http://schemas.microsoft.com/office/drawing/2014/main" id="{2D06F298-8DE2-4DBA-BB24-F2078B4A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הגדרות: מסמך, נתונים ותנאים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3DD72-E776-480E-9545-D10A0053476B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הבקרה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שם מסמך, תנאי הכללה והסרת מסמך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פרטי המסמך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מגדיר איך הנתון יופיע למכין ומה נדרש למלא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שם שדה מידע / סוג / חובה / ברירת מחדל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 איזה נתון מופיע במקום המסוים על ה־PDF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שיוך שדה מידע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קובע אם כל התנאים או לפחות אחד צריכים להתקיים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כל התנאים / אחד התנאים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מוסיף או מסיר בדיקה של נתון לפי כלל מוגדר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הוספת תנאי / הסרת תנאי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מגדיר איך לטפל במקום של תפקיד שלא נכלל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טיפול בשדה של תפקיד לא פעיל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495">
            <a:extLst xmlns:a="http://schemas.openxmlformats.org/drawingml/2006/main">
              <a:ext uri="{FF2B5EF4-FFF2-40B4-BE49-F238E27FC236}">
                <a16:creationId xmlns:a16="http://schemas.microsoft.com/office/drawing/2014/main" id="{DE792DB4-CC08-4A48-B628-54C96468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במקרים מותנים בודקים בסקירה גם חבילה שבה התנאי מתקיים וגם חבילה שבה אינו מתקיים.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BE369-9BEE-40DA-98AA-30000E42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496">
            <a:extLst xmlns:a="http://schemas.openxmlformats.org/drawingml/2006/main">
              <a:ext uri="{FF2B5EF4-FFF2-40B4-BE49-F238E27FC236}">
                <a16:creationId xmlns:a16="http://schemas.microsoft.com/office/drawing/2014/main" id="{BBBE2D41-CEBA-4363-B423-6EA100B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56</a:t>
            </a:r>
          </a:p>
        </p:txBody>
      </p:sp>
      <p:sp>
        <p:nvSpPr>
          <p:cNvPr id="6" name="text-497">
            <a:extLst xmlns:a="http://schemas.openxmlformats.org/drawingml/2006/main">
              <a:ext uri="{FF2B5EF4-FFF2-40B4-BE49-F238E27FC236}">
                <a16:creationId xmlns:a16="http://schemas.microsoft.com/office/drawing/2014/main" id="{52C8132C-912F-41AE-8ADD-4FE5B98DAF75}"/>
              </a:ext>
            </a:extLst>
            <a:hlinkClick xmlns:r="http://schemas.openxmlformats.org/officeDocument/2006/relationships" xmlns:a="http://schemas.openxmlformats.org/drawingml/2006/main" r:id="R8bbfd6939ca6487a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95595137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98">
            <a:extLst xmlns:a="http://schemas.openxmlformats.org/drawingml/2006/main">
              <a:ext uri="{FF2B5EF4-FFF2-40B4-BE49-F238E27FC236}">
                <a16:creationId xmlns:a16="http://schemas.microsoft.com/office/drawing/2014/main" id="{62D48FC5-DFF0-4459-88A5-CC6C98B4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חלון החתימה והחותמת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74C61-3C97-443B-910E-D372F9574956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410641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איך משתמשים?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האפשרות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מציירים את החתימה הנוכחית. נקה מאפשר להתחיל מחדש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חתימה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בוחרים תמונת חותמת, כשמוצג במסלול. בודקים אותה ומוסיפים את החתימה הנדרשת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העלאת חותמת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מציג פריטים קיימים רק כשמסלול החתימה מספק אותם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חתימות שמורות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את הקוד של אותו אדם ובקשת חתימה. משתמשים בקוד העדכני שקיבל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שלח קוד / שלח שוב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מאשר במפורש את קבוצת המסמכים שהוצגה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תיבת ההסכמה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סוגר את חלון העריכה לפני אישור. אם עדיין יש משימות, אפשר להמשיך במסמך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סגור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499">
            <a:extLst xmlns:a="http://schemas.openxmlformats.org/drawingml/2006/main">
              <a:ext uri="{FF2B5EF4-FFF2-40B4-BE49-F238E27FC236}">
                <a16:creationId xmlns:a16="http://schemas.microsoft.com/office/drawing/2014/main" id="{A66749AB-38D1-4AE8-AA44-162C844C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3268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במסלול החבילות המצולם אין כרגע ספריית חתימות שמורות מתמשכת. העלאת חותמת בחלון החותם שונה משדה ״חותמת עורך דין״ שמוכן מראש בעורך הישן.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770C1-D2D2-4D7D-9BCB-6FB1697B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500">
            <a:extLst xmlns:a="http://schemas.openxmlformats.org/drawingml/2006/main">
              <a:ext uri="{FF2B5EF4-FFF2-40B4-BE49-F238E27FC236}">
                <a16:creationId xmlns:a16="http://schemas.microsoft.com/office/drawing/2014/main" id="{042E3363-3B40-428C-BE5E-84A86A51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57</a:t>
            </a:r>
          </a:p>
        </p:txBody>
      </p:sp>
      <p:sp>
        <p:nvSpPr>
          <p:cNvPr id="6" name="text-501">
            <a:extLst xmlns:a="http://schemas.openxmlformats.org/drawingml/2006/main">
              <a:ext uri="{FF2B5EF4-FFF2-40B4-BE49-F238E27FC236}">
                <a16:creationId xmlns:a16="http://schemas.microsoft.com/office/drawing/2014/main" id="{01195332-A3F8-41E5-A6D9-1C5DCA4649F1}"/>
              </a:ext>
            </a:extLst>
            <a:hlinkClick xmlns:r="http://schemas.openxmlformats.org/officeDocument/2006/relationships" xmlns:a="http://schemas.openxmlformats.org/drawingml/2006/main" r:id="R9c5794435062447d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87225316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02">
            <a:extLst xmlns:a="http://schemas.openxmlformats.org/drawingml/2006/main">
              <a:ext uri="{FF2B5EF4-FFF2-40B4-BE49-F238E27FC236}">
                <a16:creationId xmlns:a16="http://schemas.microsoft.com/office/drawing/2014/main" id="{AFF49BB2-C517-4A4B-B9B3-B829287D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מפתח כפתורים: אישור, פנייה והחלפה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237D0-8CAA-4D3B-A2DE-27E7F999C779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הפעולה עושה?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הכפתור או הבקרה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מאשר לאחר עיון ומאפשר המשך להזמנות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אישור הנוסח והמשך לשליחה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עוצר את מסלול האישור ומחזיר עם סיבה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החזרה לתיקון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מטפל בפנייה על אותו נוסח ומחדש הסכמה ואימות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שמירת תשובה וחידוש החתימה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 אם החותמים ימתינו בזמן הכנת ההחלפה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עצירת הגרסה הפעילה בזמן ההכנה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 טיוטה חדשה לאחר סיבה וסקירה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התחלת הכנת גרסה מחליפה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מאשר את הנוסח והאנשים החדשים ואת הצורך בחתימה מחדש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פרסום ההחלפה / אישור חתימה חדשה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503">
            <a:extLst xmlns:a="http://schemas.openxmlformats.org/drawingml/2006/main">
              <a:ext uri="{FF2B5EF4-FFF2-40B4-BE49-F238E27FC236}">
                <a16:creationId xmlns:a16="http://schemas.microsoft.com/office/drawing/2014/main" id="{A2C38D4D-00B0-4402-B05D-C465BEFB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חזרה או סגירה אינן אישור פעולה. כשמשתנה הסקירה או הגרסה, מרעננים ובודקים מחדש.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5FFA7-9D4D-4DF2-8432-04EE743A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504">
            <a:extLst xmlns:a="http://schemas.openxmlformats.org/drawingml/2006/main">
              <a:ext uri="{FF2B5EF4-FFF2-40B4-BE49-F238E27FC236}">
                <a16:creationId xmlns:a16="http://schemas.microsoft.com/office/drawing/2014/main" id="{66EC068F-304E-42DF-BCE2-FECD5C0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58</a:t>
            </a:r>
          </a:p>
        </p:txBody>
      </p:sp>
      <p:sp>
        <p:nvSpPr>
          <p:cNvPr id="6" name="text-505">
            <a:extLst xmlns:a="http://schemas.openxmlformats.org/drawingml/2006/main">
              <a:ext uri="{FF2B5EF4-FFF2-40B4-BE49-F238E27FC236}">
                <a16:creationId xmlns:a16="http://schemas.microsoft.com/office/drawing/2014/main" id="{24F27F9C-F986-40FB-8035-E272BF1F80D1}"/>
              </a:ext>
            </a:extLst>
            <a:hlinkClick xmlns:r="http://schemas.openxmlformats.org/officeDocument/2006/relationships" xmlns:a="http://schemas.openxmlformats.org/drawingml/2006/main" r:id="Rdc4fcd8c1c09478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99453618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06">
            <a:extLst xmlns:a="http://schemas.openxmlformats.org/drawingml/2006/main">
              <a:ext uri="{FF2B5EF4-FFF2-40B4-BE49-F238E27FC236}">
                <a16:creationId xmlns:a16="http://schemas.microsoft.com/office/drawing/2014/main" id="{211323BE-4D52-4E1D-8E0D-E5E0B9C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תשובות לשאלות שהכי קל להתבלבל בהן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A4FF4-FD84-4C3A-9019-E820B2BAF1B3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7261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התשובה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השאלה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תפקיד הוא סוג השתתפות. השלב קובע את הסדר. במיפוי Excel בוחרים במפורש את העמודה של כל תפקיד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איך יודעים מי ראשון ומי שני?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כמה אנשים נפרדים באותו תפקיד בחבילה. לכל אחד צריך מקום חתימה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מה המספר בתפקיד?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ההגדרה היא כושר חתימה: עצמי, מקצועי או בשם אחר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זה משנה הרשאות?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בוחרים תפקיד וממקמים שדה שלו בכל PDF שנדרש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איך אדם חותם על כל המסמכים?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מגדירים השתתפות בשלב מאוחר. נדרשים הסכמה ואימות חדשים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אותו אדם צריך לחזור אחר כך?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507">
            <a:extLst xmlns:a="http://schemas.openxmlformats.org/drawingml/2006/main">
              <a:ext uri="{FF2B5EF4-FFF2-40B4-BE49-F238E27FC236}">
                <a16:creationId xmlns:a16="http://schemas.microsoft.com/office/drawing/2014/main" id="{69323A87-63F2-4B78-844E-11BC1F7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שמות כמו שוכר, משכיר ונציג ברורים יותר משמות כמו חותם ראשון וחותם שני.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44FFD-4A18-4F62-B297-5C93E2E5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508">
            <a:extLst xmlns:a="http://schemas.openxmlformats.org/drawingml/2006/main">
              <a:ext uri="{FF2B5EF4-FFF2-40B4-BE49-F238E27FC236}">
                <a16:creationId xmlns:a16="http://schemas.microsoft.com/office/drawing/2014/main" id="{D61F3F43-1382-40E6-895B-483E9CCA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59</a:t>
            </a:r>
          </a:p>
        </p:txBody>
      </p:sp>
      <p:sp>
        <p:nvSpPr>
          <p:cNvPr id="6" name="text-509">
            <a:extLst xmlns:a="http://schemas.openxmlformats.org/drawingml/2006/main">
              <a:ext uri="{FF2B5EF4-FFF2-40B4-BE49-F238E27FC236}">
                <a16:creationId xmlns:a16="http://schemas.microsoft.com/office/drawing/2014/main" id="{EA18A4BB-26CC-48AB-9331-7E5C98030ACC}"/>
              </a:ext>
            </a:extLst>
            <a:hlinkClick xmlns:r="http://schemas.openxmlformats.org/officeDocument/2006/relationships" xmlns:a="http://schemas.openxmlformats.org/drawingml/2006/main" r:id="R103ffc2f55ac49e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43709253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10">
            <a:extLst xmlns:a="http://schemas.openxmlformats.org/drawingml/2006/main">
              <a:ext uri="{FF2B5EF4-FFF2-40B4-BE49-F238E27FC236}">
                <a16:creationId xmlns:a16="http://schemas.microsoft.com/office/drawing/2014/main" id="{F4423C73-9697-4CD5-9BBF-95F2A522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אם משהו לא מתקדם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91E53-062C-44B2-8462-04FF17FDEB65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בודקים?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מה רואים?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שיש לפחות שני PDFs שונים ופתוחים לאותו אדם עכשיו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אין חתום על כל המסמכים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שלב קודם, אישור פנימי, סמכות או פנייה שממתינה לטיפול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PDF מוכן, אך החותם ממתין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גיליון, מיפוי, שורות שגויות ופרטי חובה. מתקנים לפני החלה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Excel אינו מתקבל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קוד שגוי, תוקף או בקשת קוד חדש לפי האפשרות המוצגת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האימות לא הושלם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פרטי קשר, חידוש קישור, ביטול או גרסה מחליפה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קישור ישן אינו פועל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פותחים בקשה קיימת ותוצאות מסירה לפני ניסיון משלוח נוסף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תוצאה לא ידועה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" name="text-511">
            <a:extLst xmlns:a="http://schemas.openxmlformats.org/drawingml/2006/main">
              <a:ext uri="{FF2B5EF4-FFF2-40B4-BE49-F238E27FC236}">
                <a16:creationId xmlns:a16="http://schemas.microsoft.com/office/drawing/2014/main" id="{99B7C06E-CCF4-48E5-A220-AE21C1AD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שגיאות תפעוליות מתועדות ומיועדות גם להתראות למנהלי הפלטפורמה. לצוות חשוב למסור את שם השליחה והפעולה המדויקות.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FCCE1-ED72-472D-A735-F9FE8448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512">
            <a:extLst xmlns:a="http://schemas.openxmlformats.org/drawingml/2006/main">
              <a:ext uri="{FF2B5EF4-FFF2-40B4-BE49-F238E27FC236}">
                <a16:creationId xmlns:a16="http://schemas.microsoft.com/office/drawing/2014/main" id="{EA47B3B1-F4B4-418D-A48E-4D45ABB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60</a:t>
            </a:r>
          </a:p>
        </p:txBody>
      </p:sp>
      <p:sp>
        <p:nvSpPr>
          <p:cNvPr id="6" name="text-513">
            <a:extLst xmlns:a="http://schemas.openxmlformats.org/drawingml/2006/main">
              <a:ext uri="{FF2B5EF4-FFF2-40B4-BE49-F238E27FC236}">
                <a16:creationId xmlns:a16="http://schemas.microsoft.com/office/drawing/2014/main" id="{B60ADF24-6654-4F88-876D-EE5B1C9E526B}"/>
              </a:ext>
            </a:extLst>
            <a:hlinkClick xmlns:r="http://schemas.openxmlformats.org/officeDocument/2006/relationships" xmlns:a="http://schemas.openxmlformats.org/drawingml/2006/main" r:id="R47cf7e286d7341c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1768712206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14">
            <a:extLst xmlns:a="http://schemas.openxmlformats.org/drawingml/2006/main">
              <a:ext uri="{FF2B5EF4-FFF2-40B4-BE49-F238E27FC236}">
                <a16:creationId xmlns:a16="http://schemas.microsoft.com/office/drawing/2014/main" id="{3BA7911C-36B8-4DF3-B7D1-D9CC910A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אותו תהליך מתאים גם לתחומים אחרים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50CD7-2F35-4E65-9859-477CC16CFA04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10972800" cy="311505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54496"/>
                <a:gridCol w="4718304"/>
              </a:tblGrid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איך בוחרים תפקידים?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דוגמה</a:t>
                      </a:r>
                    </a:p>
                  </a:txBody>
                  <a:tcPr marL="91440" marR="91440" marT="45720" marB="45720" anchor="ctr">
                    <a:solidFill>
                      <a:srgbClr val="2C4566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שוכר ומשכיר או מוכר וקונה, ואז עורך דין לפי הצורך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מקרקעין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לקוח, עורך דין, ולעיתים בן משפחה או נציג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תביעות קטנות / ביטוח לאומי / נכות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האדם החותם בפועל, הארגון המיוצג והסמכות המאושרת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משרד שעובד עם תאגידים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עובד אחר בכל חבילה, עם עורך דין או נציג משותף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קליטת עובדים</a:t>
                      </a:r>
                    </a:p>
                  </a:txBody>
                  <a:tcPr marL="91440" marR="91440" marT="45720" marB="45720" anchor="ctr">
                    <a:solidFill>
                      <a:srgbClr val="F4F8FC"/>
                    </a:solidFill>
                  </a:tcPr>
                </a:tc>
              </a:tr>
              <a:tr h="733806"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מספר אנשים בתפקיד עם מקום לכל אחד, או תפקידים נפרדים לשלבים שונים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95250" rIns="95250" bIns="95250">
                      <a:noAutofit/>
                    </a:bodyPr>
                    <a:lstStyle/>
                    <a:p>
                      <a:pPr algn="r" rtl="1"/>
                      <a:r>
                        <a:rPr sz="1800" b="0">
                          <a:solidFill>
                            <a:srgbClr val="2F394A"/>
                          </a:solidFill>
                          <a:latin typeface="Arial"/>
                          <a:ea typeface="Arial"/>
                          <a:cs typeface="Arial"/>
                        </a:rPr>
                        <a:t>כמה בעלי זכות או מורשי חתימה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515">
            <a:extLst xmlns:a="http://schemas.openxmlformats.org/drawingml/2006/main">
              <a:ext uri="{FF2B5EF4-FFF2-40B4-BE49-F238E27FC236}">
                <a16:creationId xmlns:a16="http://schemas.microsoft.com/office/drawing/2014/main" id="{224CD067-0160-4A24-898A-ABFB1B94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650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התבנית מתאימה לתהליך העבודה של המשרד. אין חובה לתאגיד, לעורך דין או לסדר אחד קבוע.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E9217-44CB-4141-99CC-511AD057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5" name="text-516">
            <a:extLst xmlns:a="http://schemas.openxmlformats.org/drawingml/2006/main">
              <a:ext uri="{FF2B5EF4-FFF2-40B4-BE49-F238E27FC236}">
                <a16:creationId xmlns:a16="http://schemas.microsoft.com/office/drawing/2014/main" id="{16D67918-30C3-4C74-A6E9-C21A08CB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61</a:t>
            </a:r>
          </a:p>
        </p:txBody>
      </p:sp>
      <p:sp>
        <p:nvSpPr>
          <p:cNvPr id="6" name="text-517">
            <a:extLst xmlns:a="http://schemas.openxmlformats.org/drawingml/2006/main">
              <a:ext uri="{FF2B5EF4-FFF2-40B4-BE49-F238E27FC236}">
                <a16:creationId xmlns:a16="http://schemas.microsoft.com/office/drawing/2014/main" id="{D2260FCD-008B-493E-8228-890CAC7D94B8}"/>
              </a:ext>
            </a:extLst>
            <a:hlinkClick xmlns:r="http://schemas.openxmlformats.org/officeDocument/2006/relationships" xmlns:a="http://schemas.openxmlformats.org/drawingml/2006/main" r:id="R6ed3d4d7ad104b3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52101920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18">
            <a:extLst xmlns:a="http://schemas.openxmlformats.org/drawingml/2006/main">
              <a:ext uri="{FF2B5EF4-FFF2-40B4-BE49-F238E27FC236}">
                <a16:creationId xmlns:a16="http://schemas.microsoft.com/office/drawing/2014/main" id="{1082C220-09E4-447A-B32F-771B9079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3150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בדיקה קצרה לפני השליחה</a:t>
            </a:r>
          </a:p>
        </p:txBody>
      </p:sp>
      <p:sp>
        <p:nvSpPr>
          <p:cNvPr id="2" name="text-519">
            <a:extLst xmlns:a="http://schemas.openxmlformats.org/drawingml/2006/main">
              <a:ext uri="{FF2B5EF4-FFF2-40B4-BE49-F238E27FC236}">
                <a16:creationId xmlns:a16="http://schemas.microsoft.com/office/drawing/2014/main" id="{A44E1307-3EBD-4CD9-A048-E5CE0D61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1. המסמכים והשדות</a:t>
            </a:r>
          </a:p>
        </p:txBody>
      </p:sp>
      <p:sp>
        <p:nvSpPr>
          <p:cNvPr id="3" name="text-520">
            <a:extLst xmlns:a="http://schemas.openxmlformats.org/drawingml/2006/main">
              <a:ext uri="{FF2B5EF4-FFF2-40B4-BE49-F238E27FC236}">
                <a16:creationId xmlns:a16="http://schemas.microsoft.com/office/drawing/2014/main" id="{A218E5DD-6B23-4002-A392-47BDF686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הגרסה נכונה. עברנו על כל PDF. כל שדה משויך לתפקיד ולאדם המתאימים ונמצא במקום הנכון.</a:t>
            </a:r>
          </a:p>
        </p:txBody>
      </p:sp>
      <p:sp>
        <p:nvSpPr>
          <p:cNvPr id="4" name="text-521">
            <a:extLst xmlns:a="http://schemas.openxmlformats.org/drawingml/2006/main">
              <a:ext uri="{FF2B5EF4-FFF2-40B4-BE49-F238E27FC236}">
                <a16:creationId xmlns:a16="http://schemas.microsoft.com/office/drawing/2014/main" id="{814F8547-11F3-49AA-AF46-3754CA1C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2. האנשים והסדר</a:t>
            </a:r>
          </a:p>
        </p:txBody>
      </p:sp>
      <p:sp>
        <p:nvSpPr>
          <p:cNvPr id="5" name="text-522">
            <a:extLst xmlns:a="http://schemas.openxmlformats.org/drawingml/2006/main">
              <a:ext uri="{FF2B5EF4-FFF2-40B4-BE49-F238E27FC236}">
                <a16:creationId xmlns:a16="http://schemas.microsoft.com/office/drawing/2014/main" id="{7D80D0D7-245B-41A4-8CFB-1E010BD0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9760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בדקנו שמות, כושר חתימה, סמכות כשצריך ומי ממתין למי.</a:t>
            </a:r>
          </a:p>
        </p:txBody>
      </p:sp>
      <p:sp>
        <p:nvSpPr>
          <p:cNvPr id="6" name="text-523">
            <a:extLst xmlns:a="http://schemas.openxmlformats.org/drawingml/2006/main">
              <a:ext uri="{FF2B5EF4-FFF2-40B4-BE49-F238E27FC236}">
                <a16:creationId xmlns:a16="http://schemas.microsoft.com/office/drawing/2014/main" id="{5B5D48D2-F80D-4D7E-8E67-77ED86CA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3. פרטי הקשר והנתונים</a:t>
            </a:r>
          </a:p>
        </p:txBody>
      </p:sp>
      <p:sp>
        <p:nvSpPr>
          <p:cNvPr id="7" name="text-524">
            <a:extLst xmlns:a="http://schemas.openxmlformats.org/drawingml/2006/main">
              <a:ext uri="{FF2B5EF4-FFF2-40B4-BE49-F238E27FC236}">
                <a16:creationId xmlns:a16="http://schemas.microsoft.com/office/drawing/2014/main" id="{B2B69D8B-5735-4A0E-B6C2-F364DC8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99535"/>
            <a:ext cx="4781550" cy="892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האימייל או הטלפון והערוץ נכונים. נתוני המסמך תקינים. היבוא נקי משגיאות.</a:t>
            </a:r>
          </a:p>
        </p:txBody>
      </p:sp>
      <p:sp>
        <p:nvSpPr>
          <p:cNvPr id="8" name="text-525">
            <a:extLst xmlns:a="http://schemas.openxmlformats.org/drawingml/2006/main">
              <a:ext uri="{FF2B5EF4-FFF2-40B4-BE49-F238E27FC236}">
                <a16:creationId xmlns:a16="http://schemas.microsoft.com/office/drawing/2014/main" id="{2283B6A9-6F04-433F-A406-61022F52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47815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2025" b="1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C4566"/>
                </a:solidFill>
                <a:latin typeface="Arial"/>
                <a:ea typeface="Arial"/>
                <a:cs typeface="Arial"/>
              </a:rPr>
              <a:t>4. הסיכום</a:t>
            </a:r>
          </a:p>
        </p:txBody>
      </p:sp>
      <p:sp>
        <p:nvSpPr>
          <p:cNvPr id="9" name="text-526">
            <a:extLst xmlns:a="http://schemas.openxmlformats.org/drawingml/2006/main">
              <a:ext uri="{FF2B5EF4-FFF2-40B4-BE49-F238E27FC236}">
                <a16:creationId xmlns:a16="http://schemas.microsoft.com/office/drawing/2014/main" id="{D7B82C58-EF6C-4F41-996A-78B166F3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9535"/>
            <a:ext cx="47815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875" b="0">
                <a:solidFill>
                  <a:srgbClr val="2F39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F394A"/>
                </a:solidFill>
                <a:latin typeface="Arial"/>
                <a:ea typeface="Arial"/>
                <a:cs typeface="Arial"/>
              </a:rPr>
              <a:t>מספר החבילות והמסמכים מתאים למה שהתכוונו לשלוח. אחרי האישור נבדוק הכנה, מסירה וחתימות בנפרד.</a:t>
            </a:r>
          </a:p>
        </p:txBody>
      </p:sp>
      <p:sp>
        <p:nvSpPr>
          <p:cNvPr id="10" name="text-527">
            <a:extLst xmlns:a="http://schemas.openxmlformats.org/drawingml/2006/main">
              <a:ext uri="{FF2B5EF4-FFF2-40B4-BE49-F238E27FC236}">
                <a16:creationId xmlns:a16="http://schemas.microsoft.com/office/drawing/2014/main" id="{E16A1EBB-ABE5-405D-8A30-CAFC8750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72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אפשר לחזור לתוכן העניינים בכל עת ולפתוח את השלב הדרוש.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5B2D9-B42B-4F0B-AE2F-F9507891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F"/>
          </a:solidFill>
          <a:ln xmlns:a="http://schemas.openxmlformats.org/drawingml/2006/main" w="0">
            <a:noFill/>
          </a:ln>
        </p:spPr>
      </p:sp>
      <p:sp>
        <p:nvSpPr>
          <p:cNvPr id="12" name="text-528">
            <a:extLst xmlns:a="http://schemas.openxmlformats.org/drawingml/2006/main">
              <a:ext uri="{FF2B5EF4-FFF2-40B4-BE49-F238E27FC236}">
                <a16:creationId xmlns:a16="http://schemas.microsoft.com/office/drawing/2014/main" id="{9BF9BE3B-CC94-4103-B0A7-041D9AE5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055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 rtl="1">
              <a:buNone/>
              <a:defRPr sz="1275" b="0">
                <a:solidFill>
                  <a:srgbClr val="6574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489"/>
                </a:solidFill>
                <a:latin typeface="Arial"/>
                <a:ea typeface="Arial"/>
                <a:cs typeface="Arial"/>
              </a:rPr>
              <a:t>Melamedia  ·  62</a:t>
            </a:r>
          </a:p>
        </p:txBody>
      </p:sp>
      <p:sp>
        <p:nvSpPr>
          <p:cNvPr id="13" name="text-529">
            <a:extLst xmlns:a="http://schemas.openxmlformats.org/drawingml/2006/main">
              <a:ext uri="{FF2B5EF4-FFF2-40B4-BE49-F238E27FC236}">
                <a16:creationId xmlns:a16="http://schemas.microsoft.com/office/drawing/2014/main" id="{CE6C16F5-18E9-4E94-8B91-DFF2BDC5150C}"/>
              </a:ext>
            </a:extLst>
            <a:hlinkClick xmlns:r="http://schemas.openxmlformats.org/officeDocument/2006/relationships" xmlns:a="http://schemas.openxmlformats.org/drawingml/2006/main" r:id="R4ec825bfd6434cc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 rtl="1">
              <a:buNone/>
              <a:defRPr sz="1350" b="0">
                <a:solidFill>
                  <a:srgbClr val="2C45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C4566"/>
                </a:solidFill>
                <a:latin typeface="Arial"/>
                <a:ea typeface="Arial"/>
                <a:cs typeface="Arial"/>
              </a:rPr>
              <a:t>תוכן העניינים</a:t>
            </a:r>
          </a:p>
        </p:txBody>
      </p:sp>
    </p:spTree>
    <p:extLst>
      <p:ext uri="{BB962C8B-B14F-4D97-AF65-F5344CB8AC3E}">
        <p14:creationId xmlns:p14="http://schemas.microsoft.com/office/powerpoint/2010/main" val="561466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2026-10-08T22:26:42.9690000Z</dcterms:created>
  <dcterms:modified xsi:type="dcterms:W3CDTF">2026-10-08T22:26:42.9690000Z</dcterms:modified>
</coreProperties>
</file>