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2b3c30ca2f4259" /><Relationship Type="http://schemas.openxmlformats.org/officeDocument/2006/relationships/extended-properties" Target="/docProps/app.xml" Id="Re2b2a22bf72d4cb5" /><Relationship Type="http://schemas.openxmlformats.org/officeDocument/2006/relationships/officeDocument" Target="/ppt/presentation.xml" Id="Rae778c365a884b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524381c93f41e2"/>
  </p:sldMasterIdLst>
  <p:notesMasterIdLst>
    <p:notesMasterId xmlns:r="http://schemas.openxmlformats.org/officeDocument/2006/relationships" r:id="Rad88b497747d46ab"/>
  </p:notesMasterIdLst>
  <p:sldIdLst>
    <p:sldId xmlns:r="http://schemas.openxmlformats.org/officeDocument/2006/relationships" id="256" r:id="R43b0445a0a1e4567"/>
    <p:sldId xmlns:r="http://schemas.openxmlformats.org/officeDocument/2006/relationships" id="257" r:id="Rc2e126516270492a"/>
    <p:sldId xmlns:r="http://schemas.openxmlformats.org/officeDocument/2006/relationships" id="258" r:id="Re3ad02188d0b48b1"/>
    <p:sldId xmlns:r="http://schemas.openxmlformats.org/officeDocument/2006/relationships" id="259" r:id="R7a33a81e90754127"/>
    <p:sldId xmlns:r="http://schemas.openxmlformats.org/officeDocument/2006/relationships" id="260" r:id="Rf1777b5c3a804bec"/>
    <p:sldId xmlns:r="http://schemas.openxmlformats.org/officeDocument/2006/relationships" id="261" r:id="R5bdd4f0e33494d12"/>
    <p:sldId xmlns:r="http://schemas.openxmlformats.org/officeDocument/2006/relationships" id="262" r:id="R7e5a3b9875154265"/>
    <p:sldId xmlns:r="http://schemas.openxmlformats.org/officeDocument/2006/relationships" id="263" r:id="R6dea7c00cb884ef1"/>
    <p:sldId xmlns:r="http://schemas.openxmlformats.org/officeDocument/2006/relationships" id="264" r:id="Rdf538a304ecd40cf"/>
    <p:sldId xmlns:r="http://schemas.openxmlformats.org/officeDocument/2006/relationships" id="265" r:id="Rbdbea25db6f74a18"/>
    <p:sldId xmlns:r="http://schemas.openxmlformats.org/officeDocument/2006/relationships" id="266" r:id="Re5c10c7d72fb4862"/>
    <p:sldId xmlns:r="http://schemas.openxmlformats.org/officeDocument/2006/relationships" id="267" r:id="Rb3628df1ee4842b9"/>
    <p:sldId xmlns:r="http://schemas.openxmlformats.org/officeDocument/2006/relationships" id="268" r:id="Radbe8fc365ff469d"/>
    <p:sldId xmlns:r="http://schemas.openxmlformats.org/officeDocument/2006/relationships" id="269" r:id="Rb62b886d17044b52"/>
    <p:sldId xmlns:r="http://schemas.openxmlformats.org/officeDocument/2006/relationships" id="270" r:id="Rd3b8255bcdae4be6"/>
    <p:sldId xmlns:r="http://schemas.openxmlformats.org/officeDocument/2006/relationships" id="271" r:id="R359ade1a23b34eee"/>
    <p:sldId xmlns:r="http://schemas.openxmlformats.org/officeDocument/2006/relationships" id="272" r:id="Rcff0e0889b0d4bc2"/>
    <p:sldId xmlns:r="http://schemas.openxmlformats.org/officeDocument/2006/relationships" id="273" r:id="R6865afed483d434f"/>
    <p:sldId xmlns:r="http://schemas.openxmlformats.org/officeDocument/2006/relationships" id="274" r:id="Re4f5d4bda4264e9b"/>
    <p:sldId xmlns:r="http://schemas.openxmlformats.org/officeDocument/2006/relationships" id="275" r:id="Rac8a5da3cc4d4a71"/>
    <p:sldId xmlns:r="http://schemas.openxmlformats.org/officeDocument/2006/relationships" id="276" r:id="Ra0d2bfe17ff84390"/>
    <p:sldId xmlns:r="http://schemas.openxmlformats.org/officeDocument/2006/relationships" id="277" r:id="R61f5eb6a9f2a46fc"/>
    <p:sldId xmlns:r="http://schemas.openxmlformats.org/officeDocument/2006/relationships" id="278" r:id="R5fae608465ce4301"/>
    <p:sldId xmlns:r="http://schemas.openxmlformats.org/officeDocument/2006/relationships" id="279" r:id="Rf6d7b0f4a6254747"/>
    <p:sldId xmlns:r="http://schemas.openxmlformats.org/officeDocument/2006/relationships" id="280" r:id="Rb1e369c94a0548b6"/>
    <p:sldId xmlns:r="http://schemas.openxmlformats.org/officeDocument/2006/relationships" id="281" r:id="R40df12b6ffa94ee3"/>
    <p:sldId xmlns:r="http://schemas.openxmlformats.org/officeDocument/2006/relationships" id="282" r:id="R026b6aaabe074891"/>
    <p:sldId xmlns:r="http://schemas.openxmlformats.org/officeDocument/2006/relationships" id="283" r:id="Rcb58e3bc350f456e"/>
    <p:sldId xmlns:r="http://schemas.openxmlformats.org/officeDocument/2006/relationships" id="284" r:id="Rc97ed4ac2c4e4b9d"/>
    <p:sldId xmlns:r="http://schemas.openxmlformats.org/officeDocument/2006/relationships" id="285" r:id="R4c5c9cf61d1d49c6"/>
    <p:sldId xmlns:r="http://schemas.openxmlformats.org/officeDocument/2006/relationships" id="286" r:id="Rd42292329d7f4ccc"/>
    <p:sldId xmlns:r="http://schemas.openxmlformats.org/officeDocument/2006/relationships" id="287" r:id="R025c0ae427cf47f9"/>
    <p:sldId xmlns:r="http://schemas.openxmlformats.org/officeDocument/2006/relationships" id="288" r:id="R05259d5a9bfa475a"/>
    <p:sldId xmlns:r="http://schemas.openxmlformats.org/officeDocument/2006/relationships" id="289" r:id="R7b8d16cc2ec341a8"/>
    <p:sldId xmlns:r="http://schemas.openxmlformats.org/officeDocument/2006/relationships" id="290" r:id="R2297b2511caf49f1"/>
    <p:sldId xmlns:r="http://schemas.openxmlformats.org/officeDocument/2006/relationships" id="291" r:id="R9d24700b5ab2465b"/>
    <p:sldId xmlns:r="http://schemas.openxmlformats.org/officeDocument/2006/relationships" id="292" r:id="R4495caa22ee445a9"/>
    <p:sldId xmlns:r="http://schemas.openxmlformats.org/officeDocument/2006/relationships" id="293" r:id="Rfc969aedbbfc4731"/>
    <p:sldId xmlns:r="http://schemas.openxmlformats.org/officeDocument/2006/relationships" id="294" r:id="R837b7c08bf2d47c5"/>
    <p:sldId xmlns:r="http://schemas.openxmlformats.org/officeDocument/2006/relationships" id="295" r:id="Rf97b1758bb3b49b8"/>
    <p:sldId xmlns:r="http://schemas.openxmlformats.org/officeDocument/2006/relationships" id="296" r:id="R14603958189f485c"/>
    <p:sldId xmlns:r="http://schemas.openxmlformats.org/officeDocument/2006/relationships" id="297" r:id="R46809b602ded497e"/>
    <p:sldId xmlns:r="http://schemas.openxmlformats.org/officeDocument/2006/relationships" id="298" r:id="R57641298d93a42b2"/>
    <p:sldId xmlns:r="http://schemas.openxmlformats.org/officeDocument/2006/relationships" id="299" r:id="Rc9ec2424f18c4ac4"/>
    <p:sldId xmlns:r="http://schemas.openxmlformats.org/officeDocument/2006/relationships" id="300" r:id="R13f12d266b8748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4645ae128b46c1" /><Relationship Type="http://schemas.openxmlformats.org/officeDocument/2006/relationships/slideMaster" Target="/ppt/slideMasters/slideMaster1.xml" Id="R74524381c93f41e2" /><Relationship Type="http://schemas.openxmlformats.org/officeDocument/2006/relationships/notesMaster" Target="/ppt/notesMasters/notesMaster1.xml" Id="Rad88b497747d46ab" /><Relationship Type="http://schemas.openxmlformats.org/officeDocument/2006/relationships/presProps" Target="/ppt/presProps.xml" Id="R1e92c7aaf56341c4" /><Relationship Type="http://schemas.openxmlformats.org/officeDocument/2006/relationships/tableStyles" Target="/ppt/tableStyles.xml" Id="Raace0a6cb63b4f47" /><Relationship Type="http://schemas.openxmlformats.org/officeDocument/2006/relationships/slide" Target="/ppt/slides/slide1.xml" Id="R43b0445a0a1e4567" /><Relationship Type="http://schemas.openxmlformats.org/officeDocument/2006/relationships/slide" Target="/ppt/slides/slide2.xml" Id="Rc2e126516270492a" /><Relationship Type="http://schemas.openxmlformats.org/officeDocument/2006/relationships/slide" Target="/ppt/slides/slide3.xml" Id="Re3ad02188d0b48b1" /><Relationship Type="http://schemas.openxmlformats.org/officeDocument/2006/relationships/slide" Target="/ppt/slides/slide4.xml" Id="R7a33a81e90754127" /><Relationship Type="http://schemas.openxmlformats.org/officeDocument/2006/relationships/slide" Target="/ppt/slides/slide5.xml" Id="Rf1777b5c3a804bec" /><Relationship Type="http://schemas.openxmlformats.org/officeDocument/2006/relationships/slide" Target="/ppt/slides/slide6.xml" Id="R5bdd4f0e33494d12" /><Relationship Type="http://schemas.openxmlformats.org/officeDocument/2006/relationships/slide" Target="/ppt/slides/slide7.xml" Id="R7e5a3b9875154265" /><Relationship Type="http://schemas.openxmlformats.org/officeDocument/2006/relationships/slide" Target="/ppt/slides/slide8.xml" Id="R6dea7c00cb884ef1" /><Relationship Type="http://schemas.openxmlformats.org/officeDocument/2006/relationships/slide" Target="/ppt/slides/slide9.xml" Id="Rdf538a304ecd40cf" /><Relationship Type="http://schemas.openxmlformats.org/officeDocument/2006/relationships/slide" Target="/ppt/slides/slide10.xml" Id="Rbdbea25db6f74a18" /><Relationship Type="http://schemas.openxmlformats.org/officeDocument/2006/relationships/slide" Target="/ppt/slides/slide11.xml" Id="Re5c10c7d72fb4862" /><Relationship Type="http://schemas.openxmlformats.org/officeDocument/2006/relationships/slide" Target="/ppt/slides/slide12.xml" Id="Rb3628df1ee4842b9" /><Relationship Type="http://schemas.openxmlformats.org/officeDocument/2006/relationships/slide" Target="/ppt/slides/slide13.xml" Id="Radbe8fc365ff469d" /><Relationship Type="http://schemas.openxmlformats.org/officeDocument/2006/relationships/slide" Target="/ppt/slides/slide14.xml" Id="Rb62b886d17044b52" /><Relationship Type="http://schemas.openxmlformats.org/officeDocument/2006/relationships/slide" Target="/ppt/slides/slide15.xml" Id="Rd3b8255bcdae4be6" /><Relationship Type="http://schemas.openxmlformats.org/officeDocument/2006/relationships/slide" Target="/ppt/slides/slide16.xml" Id="R359ade1a23b34eee" /><Relationship Type="http://schemas.openxmlformats.org/officeDocument/2006/relationships/slide" Target="/ppt/slides/slide17.xml" Id="Rcff0e0889b0d4bc2" /><Relationship Type="http://schemas.openxmlformats.org/officeDocument/2006/relationships/slide" Target="/ppt/slides/slide18.xml" Id="R6865afed483d434f" /><Relationship Type="http://schemas.openxmlformats.org/officeDocument/2006/relationships/slide" Target="/ppt/slides/slide19.xml" Id="Re4f5d4bda4264e9b" /><Relationship Type="http://schemas.openxmlformats.org/officeDocument/2006/relationships/slide" Target="/ppt/slides/slide20.xml" Id="Rac8a5da3cc4d4a71" /><Relationship Type="http://schemas.openxmlformats.org/officeDocument/2006/relationships/slide" Target="/ppt/slides/slide21.xml" Id="Ra0d2bfe17ff84390" /><Relationship Type="http://schemas.openxmlformats.org/officeDocument/2006/relationships/slide" Target="/ppt/slides/slide22.xml" Id="R61f5eb6a9f2a46fc" /><Relationship Type="http://schemas.openxmlformats.org/officeDocument/2006/relationships/slide" Target="/ppt/slides/slide23.xml" Id="R5fae608465ce4301" /><Relationship Type="http://schemas.openxmlformats.org/officeDocument/2006/relationships/slide" Target="/ppt/slides/slide24.xml" Id="Rf6d7b0f4a6254747" /><Relationship Type="http://schemas.openxmlformats.org/officeDocument/2006/relationships/slide" Target="/ppt/slides/slide25.xml" Id="Rb1e369c94a0548b6" /><Relationship Type="http://schemas.openxmlformats.org/officeDocument/2006/relationships/slide" Target="/ppt/slides/slide26.xml" Id="R40df12b6ffa94ee3" /><Relationship Type="http://schemas.openxmlformats.org/officeDocument/2006/relationships/slide" Target="/ppt/slides/slide27.xml" Id="R026b6aaabe074891" /><Relationship Type="http://schemas.openxmlformats.org/officeDocument/2006/relationships/slide" Target="/ppt/slides/slide28.xml" Id="Rcb58e3bc350f456e" /><Relationship Type="http://schemas.openxmlformats.org/officeDocument/2006/relationships/slide" Target="/ppt/slides/slide29.xml" Id="Rc97ed4ac2c4e4b9d" /><Relationship Type="http://schemas.openxmlformats.org/officeDocument/2006/relationships/slide" Target="/ppt/slides/slide30.xml" Id="R4c5c9cf61d1d49c6" /><Relationship Type="http://schemas.openxmlformats.org/officeDocument/2006/relationships/slide" Target="/ppt/slides/slide31.xml" Id="Rd42292329d7f4ccc" /><Relationship Type="http://schemas.openxmlformats.org/officeDocument/2006/relationships/slide" Target="/ppt/slides/slide32.xml" Id="R025c0ae427cf47f9" /><Relationship Type="http://schemas.openxmlformats.org/officeDocument/2006/relationships/slide" Target="/ppt/slides/slide33.xml" Id="R05259d5a9bfa475a" /><Relationship Type="http://schemas.openxmlformats.org/officeDocument/2006/relationships/slide" Target="/ppt/slides/slide34.xml" Id="R7b8d16cc2ec341a8" /><Relationship Type="http://schemas.openxmlformats.org/officeDocument/2006/relationships/slide" Target="/ppt/slides/slide35.xml" Id="R2297b2511caf49f1" /><Relationship Type="http://schemas.openxmlformats.org/officeDocument/2006/relationships/slide" Target="/ppt/slides/slide36.xml" Id="R9d24700b5ab2465b" /><Relationship Type="http://schemas.openxmlformats.org/officeDocument/2006/relationships/slide" Target="/ppt/slides/slide37.xml" Id="R4495caa22ee445a9" /><Relationship Type="http://schemas.openxmlformats.org/officeDocument/2006/relationships/slide" Target="/ppt/slides/slide38.xml" Id="Rfc969aedbbfc4731" /><Relationship Type="http://schemas.openxmlformats.org/officeDocument/2006/relationships/slide" Target="/ppt/slides/slide39.xml" Id="R837b7c08bf2d47c5" /><Relationship Type="http://schemas.openxmlformats.org/officeDocument/2006/relationships/slide" Target="/ppt/slides/slide40.xml" Id="Rf97b1758bb3b49b8" /><Relationship Type="http://schemas.openxmlformats.org/officeDocument/2006/relationships/slide" Target="/ppt/slides/slide41.xml" Id="R14603958189f485c" /><Relationship Type="http://schemas.openxmlformats.org/officeDocument/2006/relationships/slide" Target="/ppt/slides/slide42.xml" Id="R46809b602ded497e" /><Relationship Type="http://schemas.openxmlformats.org/officeDocument/2006/relationships/slide" Target="/ppt/slides/slide43.xml" Id="R57641298d93a42b2" /><Relationship Type="http://schemas.openxmlformats.org/officeDocument/2006/relationships/slide" Target="/ppt/slides/slide44.xml" Id="Rc9ec2424f18c4ac4" /><Relationship Type="http://schemas.openxmlformats.org/officeDocument/2006/relationships/slide" Target="/ppt/slides/slide45.xml" Id="R13f12d266b8748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b201f97f4f44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1d8314760f41b9" /><Relationship Type="http://schemas.openxmlformats.org/officeDocument/2006/relationships/notesMaster" Target="/ppt/notesMasters/notesMaster1.xml" Id="R82889043d3ec48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eeefffa6ea4f03" /><Relationship Type="http://schemas.openxmlformats.org/officeDocument/2006/relationships/notesMaster" Target="/ppt/notesMasters/notesMaster1.xml" Id="R1a95a17b82894a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094156831e4229" /><Relationship Type="http://schemas.openxmlformats.org/officeDocument/2006/relationships/notesMaster" Target="/ppt/notesMasters/notesMaster1.xml" Id="R9a3a307516644b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5c8a2c90e242a5" /><Relationship Type="http://schemas.openxmlformats.org/officeDocument/2006/relationships/notesMaster" Target="/ppt/notesMasters/notesMaster1.xml" Id="R9c88c2c5887b48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80f7c63263459f" /><Relationship Type="http://schemas.openxmlformats.org/officeDocument/2006/relationships/notesMaster" Target="/ppt/notesMasters/notesMaster1.xml" Id="R3359de2e55a141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f57eec491c4c5c" /><Relationship Type="http://schemas.openxmlformats.org/officeDocument/2006/relationships/notesMaster" Target="/ppt/notesMasters/notesMaster1.xml" Id="R689c6362ba604b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f02abe21534476" /><Relationship Type="http://schemas.openxmlformats.org/officeDocument/2006/relationships/notesMaster" Target="/ppt/notesMasters/notesMaster1.xml" Id="R53983db5355f40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b6c1d13ab345f2" /><Relationship Type="http://schemas.openxmlformats.org/officeDocument/2006/relationships/notesMaster" Target="/ppt/notesMasters/notesMaster1.xml" Id="R70c9acda91134c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721f32df2f407e" /><Relationship Type="http://schemas.openxmlformats.org/officeDocument/2006/relationships/notesMaster" Target="/ppt/notesMasters/notesMaster1.xml" Id="R95a77ce4e3234a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1364b0e41542b3" /><Relationship Type="http://schemas.openxmlformats.org/officeDocument/2006/relationships/notesMaster" Target="/ppt/notesMasters/notesMaster1.xml" Id="Rcf0cc19124cb41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59cf1676f04651" /><Relationship Type="http://schemas.openxmlformats.org/officeDocument/2006/relationships/notesMaster" Target="/ppt/notesMasters/notesMaster1.xml" Id="R2d84fd5523cb44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62f61c363a4082" /><Relationship Type="http://schemas.openxmlformats.org/officeDocument/2006/relationships/notesMaster" Target="/ppt/notesMasters/notesMaster1.xml" Id="R04a7559314954a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d3dd2a6d3349a2" /><Relationship Type="http://schemas.openxmlformats.org/officeDocument/2006/relationships/notesMaster" Target="/ppt/notesMasters/notesMaster1.xml" Id="Re5dce15339194d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71c892410448a8" /><Relationship Type="http://schemas.openxmlformats.org/officeDocument/2006/relationships/notesMaster" Target="/ppt/notesMasters/notesMaster1.xml" Id="Rfe7f62fad62b4b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08645d992c45d0" /><Relationship Type="http://schemas.openxmlformats.org/officeDocument/2006/relationships/notesMaster" Target="/ppt/notesMasters/notesMaster1.xml" Id="R84b5297e027147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4be4fbdd3348d1" /><Relationship Type="http://schemas.openxmlformats.org/officeDocument/2006/relationships/notesMaster" Target="/ppt/notesMasters/notesMaster1.xml" Id="R9018bdcc5fd440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ffb172ba0b4897" /><Relationship Type="http://schemas.openxmlformats.org/officeDocument/2006/relationships/notesMaster" Target="/ppt/notesMasters/notesMaster1.xml" Id="Rd16937506bc044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9aa6d2c1294352" /><Relationship Type="http://schemas.openxmlformats.org/officeDocument/2006/relationships/notesMaster" Target="/ppt/notesMasters/notesMaster1.xml" Id="R5e4a27c3682f42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1b3f02f07e2425e" /><Relationship Type="http://schemas.openxmlformats.org/officeDocument/2006/relationships/notesMaster" Target="/ppt/notesMasters/notesMaster1.xml" Id="Rd1dbb06200bb4e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a60b39bc434dd6" /><Relationship Type="http://schemas.openxmlformats.org/officeDocument/2006/relationships/notesMaster" Target="/ppt/notesMasters/notesMaster1.xml" Id="R48d0c10dab87413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748709306a4872" /><Relationship Type="http://schemas.openxmlformats.org/officeDocument/2006/relationships/notesMaster" Target="/ppt/notesMasters/notesMaster1.xml" Id="R7ee75e3a724046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2ad8e87a42a4297" /><Relationship Type="http://schemas.openxmlformats.org/officeDocument/2006/relationships/notesMaster" Target="/ppt/notesMasters/notesMaster1.xml" Id="R75204d3367844a8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39f6281647c48f9" /><Relationship Type="http://schemas.openxmlformats.org/officeDocument/2006/relationships/notesMaster" Target="/ppt/notesMasters/notesMaster1.xml" Id="R5ead60c44533479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322c72969914c91" /><Relationship Type="http://schemas.openxmlformats.org/officeDocument/2006/relationships/notesMaster" Target="/ppt/notesMasters/notesMaster1.xml" Id="R3e7d74daddf34f1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840e5c3f3494095" /><Relationship Type="http://schemas.openxmlformats.org/officeDocument/2006/relationships/notesMaster" Target="/ppt/notesMasters/notesMaster1.xml" Id="R3d96f89736c64ba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fa35e13285e4d6f" /><Relationship Type="http://schemas.openxmlformats.org/officeDocument/2006/relationships/notesMaster" Target="/ppt/notesMasters/notesMaster1.xml" Id="R8497fbcddf8d4f7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5dc806aa44b4160" /><Relationship Type="http://schemas.openxmlformats.org/officeDocument/2006/relationships/notesMaster" Target="/ppt/notesMasters/notesMaster1.xml" Id="R17bed0af04144e4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5e9bf7f4d6f42b8" /><Relationship Type="http://schemas.openxmlformats.org/officeDocument/2006/relationships/notesMaster" Target="/ppt/notesMasters/notesMaster1.xml" Id="R2872ceaba6bf4ab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b0f74607494446c" /><Relationship Type="http://schemas.openxmlformats.org/officeDocument/2006/relationships/notesMaster" Target="/ppt/notesMasters/notesMaster1.xml" Id="R94dc2e35c7b2494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2c6dd3ca23740e9" /><Relationship Type="http://schemas.openxmlformats.org/officeDocument/2006/relationships/notesMaster" Target="/ppt/notesMasters/notesMaster1.xml" Id="R0e0ffd744d914e0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5ef7c9e8f8e46b6" /><Relationship Type="http://schemas.openxmlformats.org/officeDocument/2006/relationships/notesMaster" Target="/ppt/notesMasters/notesMaster1.xml" Id="R3ea00dfcbbc4422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bbd61a57db34b0d" /><Relationship Type="http://schemas.openxmlformats.org/officeDocument/2006/relationships/notesMaster" Target="/ppt/notesMasters/notesMaster1.xml" Id="Re324d8190e504fb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f9efa9b00da43bb" /><Relationship Type="http://schemas.openxmlformats.org/officeDocument/2006/relationships/notesMaster" Target="/ppt/notesMasters/notesMaster1.xml" Id="R460a1ca15d32484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b055e8c304d4210" /><Relationship Type="http://schemas.openxmlformats.org/officeDocument/2006/relationships/notesMaster" Target="/ppt/notesMasters/notesMaster1.xml" Id="R1cf5dc40162047d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bd303b2f91b404b" /><Relationship Type="http://schemas.openxmlformats.org/officeDocument/2006/relationships/notesMaster" Target="/ppt/notesMasters/notesMaster1.xml" Id="R40f61371c990443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1a296b323614fc0" /><Relationship Type="http://schemas.openxmlformats.org/officeDocument/2006/relationships/notesMaster" Target="/ppt/notesMasters/notesMaster1.xml" Id="R77c894d2332d41d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1f4e7e4dbf946ed" /><Relationship Type="http://schemas.openxmlformats.org/officeDocument/2006/relationships/notesMaster" Target="/ppt/notesMasters/notesMaster1.xml" Id="R33522d204495499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37836fb3e284e9b" /><Relationship Type="http://schemas.openxmlformats.org/officeDocument/2006/relationships/notesMaster" Target="/ppt/notesMasters/notesMaster1.xml" Id="R7b369d6d351c47f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b16cb59db024d1b" /><Relationship Type="http://schemas.openxmlformats.org/officeDocument/2006/relationships/notesMaster" Target="/ppt/notesMasters/notesMaster1.xml" Id="Re28a1fa14d70441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b2844947de74b65" /><Relationship Type="http://schemas.openxmlformats.org/officeDocument/2006/relationships/notesMaster" Target="/ppt/notesMasters/notesMaster1.xml" Id="R063199ffece8415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7b9d241fc394faf" /><Relationship Type="http://schemas.openxmlformats.org/officeDocument/2006/relationships/notesMaster" Target="/ppt/notesMasters/notesMaster1.xml" Id="Rffa051507ee0434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e8309e069e74590" /><Relationship Type="http://schemas.openxmlformats.org/officeDocument/2006/relationships/notesMaster" Target="/ppt/notesMasters/notesMaster1.xml" Id="R1de615cb4f914cb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690f3687b9e425c" /><Relationship Type="http://schemas.openxmlformats.org/officeDocument/2006/relationships/notesMaster" Target="/ppt/notesMasters/notesMaster1.xml" Id="Rbde01fa313c54fd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b86bb6dbc734eaa" /><Relationship Type="http://schemas.openxmlformats.org/officeDocument/2006/relationships/notesMaster" Target="/ppt/notesMasters/notesMaster1.xml" Id="Rd0d39208d5b842f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44dd19e172142a8" /><Relationship Type="http://schemas.openxmlformats.org/officeDocument/2006/relationships/notesMaster" Target="/ppt/notesMasters/notesMaster1.xml" Id="Rcc96f2f654854f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/Users/liroymelamed/Documents/Codex/2026-10-05/new-chat-2/outputs/calendar-release-20261012/browser-final-v3/mobile-day.jpg.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/Users/liroymelamed/Documents/Codex/2026-10-05/new-chat-2/outputs/calendar-release-20261012/browser-final-v3/desktop-day.jpg.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/Users/liroymelamed/Documents/Codex/2026-10-05/new-chat-2/outputs/calendar-release-20261012/browser-final-v3/mobile-day.jpg.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/Users/liroymelamed/Documents/Codex/2026-10-05/new-chat-2/outputs/calendar-release-20261012/browser-final-v3/desktop-week.jpg.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/Users/liroymelamed/Documents/Codex/2026-10-05/new-chat-2/outputs/calendar-release-20261012/browser-final-v3/mobile-week.jpg.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/Users/liroymelamed/Documents/Codex/2026-10-05/new-chat-2/outputs/calendar-release-20261012/browser-final-v3/desktop-month.jpg.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/Users/liroymelamed/Documents/Codex/2026-10-05/new-chat-2/outputs/calendar-release-20261012/browser-final-v3/mobile-month.jpg.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/Users/liroymelamed/Documents/Codex/2026-10-05/new-chat-2/outputs/calendar-release-20261012/browser-final-v3/desktop-day.jpg.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/Users/liroymelamed/Documents/Codex/2026-10-05/new-chat-2/outputs/calendar-release-20261012/guide/screens/home-widget.jpg.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/Users/liroymelamed/Documents/Codex/2026-10-05/new-chat-2/outputs/calendar-release-20261012/guide/screens/filters.jpg.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/Users/liroymelamed/Documents/Codex/2026-10-05/new-chat-2/outputs/calendar-release-20261012/browser-final-v3/desktop-day.jpg.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/Users/liroymelamed/Documents/Codex/2026-10-05/new-chat-2/outputs/calendar-release-20261012/guide/screens/new-event-top.jpg.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/Users/liroymelamed/Documents/Codex/2026-10-05/new-chat-2/outputs/calendar-release-20261012/guide/screens/edit-event-top.jpg.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/Users/liroymelamed/Documents/Codex/2026-10-05/new-chat-2/outputs/calendar-release-20261012/guide/screens/new-event-top.jpg.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/Users/liroymelamed/Documents/Codex/2026-10-05/new-chat-2/outputs/calendar-release-20261012/guide/screens/participants-actions.jpg.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/Users/liroymelamed/Documents/Codex/2026-10-05/new-chat-2/outputs/calendar-release-20261012/guide/screens/participants-actions.jpg.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/Users/liroymelamed/Documents/Codex/2026-10-05/new-chat-2/outputs/calendar-release-20261012/guide/screens/participants-actions.jpg.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/Users/liroymelamed/Documents/Codex/2026-10-05/new-chat-2/outputs/calendar-release-20261012/guide/screens/edit-event-top.jpg.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/Users/liroymelamed/Documents/Codex/2026-10-05/new-chat-2/outputs/calendar-release-20261012/guide/screens/event-actions.jpg.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/Users/liroymelamed/Documents/Codex/2026-10-05/new-chat-2/outputs/calendar-release-20261012/guide/screens/reminders-with-clients.jpg.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/Users/liroymelamed/Documents/Codex/2026-10-05/new-chat-2/outputs/calendar-release-20261012/guide/screens/reminders-with-clients.jpg.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/Users/liroymelamed/Documents/Codex/2026-10-05/new-chat-2/outputs/calendar-release-20261012/guide/screens/sms-preview.jpg.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/Users/liroymelamed/Documents/Codex/2026-10-05/new-chat-2/outputs/calendar-release-20261012/guide/screens/sms-editor.jpg.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/Users/liroymelamed/Documents/Codex/2026-10-05/new-chat-2/outputs/calendar-release-20261012/guide/screens/sms-preview.jpg.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/Users/liroymelamed/Documents/Codex/2026-10-05/new-chat-2/outputs/calendar-release-20261012/guide/screens/rsvp.jpg.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/Users/liroymelamed/Documents/Codex/2026-10-05/new-chat-2/outputs/calendar-release-20261012/guide/screens/edit-event-top.jpg.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/Users/liroymelamed/Documents/Codex/2026-10-05/new-chat-2/outputs/calendar-release-20261012/guide/screens/event-actions.jpg.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/Users/liroymelamed/Documents/Codex/2026-10-05/new-chat-2/outputs/calendar-release-20261012/guide/screens/time-grid.jpg.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/Users/liroymelamed/Documents/Codex/2026-10-05/new-chat-2/outputs/calendar-release-20261012/guide/screens/sync-top.jpg.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/Users/liroymelamed/Documents/Codex/2026-10-05/new-chat-2/outputs/calendar-release-20261012/guide/screens/sync-top.jpg.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/Users/liroymelamed/Documents/Codex/2026-10-05/new-chat-2/outputs/calendar-release-20261012/guide/screens/external-sync.jpg.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/Users/liroymelamed/Documents/Codex/2026-10-05/new-chat-2/outputs/calendar-release-20261012/guide/screens/sync-top.jpg.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dff322aa1a40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dee7c1ce841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10c8d2e4842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018e395b7247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bcb76146a4d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5cac144bf41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04E2ED-B633-4479-A121-E44923951A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953E53-A45C-46A9-BCB4-EF74D8DDD1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94ECCC-6666-4379-BB0E-5728DC8B1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353476-D461-4894-B71A-54A7F3E664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1B63AB-F5B6-4D92-9295-F8B5A38173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10369C-2B19-41BD-87D4-5746B2C047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E4EF75-A41D-4795-B0CB-71F286CA1F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779D08-2E3B-4959-9E7B-7EBBC94AB0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0C828D-6077-4CBE-B843-361C4E9EFF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5E477E-BFEC-46C4-B527-722CE58F62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5cf43e8f6746bd" /><Relationship Type="http://schemas.openxmlformats.org/officeDocument/2006/relationships/slideLayout" Target="/ppt/slideLayouts/slideLayout1.xml" Id="R9d640d4c23734462" /><Relationship Type="http://schemas.openxmlformats.org/officeDocument/2006/relationships/slideLayout" Target="/ppt/slideLayouts/slideLayout2.xml" Id="R7c1cd25ecea4455e" /><Relationship Type="http://schemas.openxmlformats.org/officeDocument/2006/relationships/slideLayout" Target="/ppt/slideLayouts/slideLayout3.xml" Id="Rf9fe862620df4ea7" /><Relationship Type="http://schemas.openxmlformats.org/officeDocument/2006/relationships/slideLayout" Target="/ppt/slideLayouts/slideLayout4.xml" Id="Rca5aafe118844111" /><Relationship Type="http://schemas.openxmlformats.org/officeDocument/2006/relationships/slideLayout" Target="/ppt/slideLayouts/slideLayout5.xml" Id="Rf3e18d10301d4e48" /><Relationship Type="http://schemas.openxmlformats.org/officeDocument/2006/relationships/slideLayout" Target="/ppt/slideLayouts/slideLayout6.xml" Id="R3fd120a7e72f4f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640d4c23734462"/>
    <p:sldLayoutId xmlns:r="http://schemas.openxmlformats.org/officeDocument/2006/relationships" id="2147483650" r:id="R7c1cd25ecea4455e"/>
    <p:sldLayoutId xmlns:r="http://schemas.openxmlformats.org/officeDocument/2006/relationships" id="2147483651" r:id="Rf9fe862620df4ea7"/>
    <p:sldLayoutId xmlns:r="http://schemas.openxmlformats.org/officeDocument/2006/relationships" id="2147483652" r:id="Rca5aafe118844111"/>
    <p:sldLayoutId xmlns:r="http://schemas.openxmlformats.org/officeDocument/2006/relationships" id="2147483653" r:id="Rf3e18d10301d4e48"/>
    <p:sldLayoutId xmlns:r="http://schemas.openxmlformats.org/officeDocument/2006/relationships" id="2147483654" r:id="R3fd120a7e72f4f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d5c4e53cbcb440c"/><Relationship Type="http://schemas.openxmlformats.org/officeDocument/2006/relationships/image" Target="/ppt/media/image.png" Id="Ree9acb25518e4f14"/><Relationship Type="http://schemas.openxmlformats.org/officeDocument/2006/relationships/slide" Target="slide2.xml" Id="R27a85ec2f4dd4463"/><Relationship Type="http://schemas.openxmlformats.org/officeDocument/2006/relationships/notesSlide" Target="/ppt/notesSlides/notesSlide1.xml" Id="R11791ee85cf64c10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09be73ee65c446a"/><Relationship Type="http://schemas.openxmlformats.org/officeDocument/2006/relationships/slide" Target="slide3.xml" Id="R0d057c6ad9824a6b"/><Relationship Type="http://schemas.openxmlformats.org/officeDocument/2006/relationships/slide" Target="slide3.xml" Id="R86c28f5ecee748a5"/><Relationship Type="http://schemas.openxmlformats.org/officeDocument/2006/relationships/slide" Target="slide12.xml" Id="R9a32ff013efc4b6c"/><Relationship Type="http://schemas.openxmlformats.org/officeDocument/2006/relationships/slide" Target="slide12.xml" Id="R974fda0b16ac4ef1"/><Relationship Type="http://schemas.openxmlformats.org/officeDocument/2006/relationships/slide" Target="slide14.xml" Id="R7002f060bc944710"/><Relationship Type="http://schemas.openxmlformats.org/officeDocument/2006/relationships/slide" Target="slide14.xml" Id="Rb8a9fcb27fe84ed5"/><Relationship Type="http://schemas.openxmlformats.org/officeDocument/2006/relationships/slide" Target="slide22.xml" Id="Rf41d8f3ae2034dea"/><Relationship Type="http://schemas.openxmlformats.org/officeDocument/2006/relationships/slide" Target="slide22.xml" Id="R8c493c8a64de4e9c"/><Relationship Type="http://schemas.openxmlformats.org/officeDocument/2006/relationships/slide" Target="slide27.xml" Id="R0fb045dcb6d84d92"/><Relationship Type="http://schemas.openxmlformats.org/officeDocument/2006/relationships/slide" Target="slide27.xml" Id="Rd4dfc2259875415d"/><Relationship Type="http://schemas.openxmlformats.org/officeDocument/2006/relationships/slide" Target="slide31.xml" Id="R28603e8d46894de2"/><Relationship Type="http://schemas.openxmlformats.org/officeDocument/2006/relationships/slide" Target="slide31.xml" Id="R476fcf5ac6bb4e33"/><Relationship Type="http://schemas.openxmlformats.org/officeDocument/2006/relationships/slide" Target="slide37.xml" Id="R75fef23967dd4098"/><Relationship Type="http://schemas.openxmlformats.org/officeDocument/2006/relationships/slide" Target="slide37.xml" Id="Re1ef526ebfcd47fe"/><Relationship Type="http://schemas.openxmlformats.org/officeDocument/2006/relationships/slide" Target="slide42.xml" Id="Rd188116ddf3640b4"/><Relationship Type="http://schemas.openxmlformats.org/officeDocument/2006/relationships/slide" Target="slide42.xml" Id="R94bf3cc509b54886"/><Relationship Type="http://schemas.openxmlformats.org/officeDocument/2006/relationships/slide" Target="slide2.xml" Id="Rda47976e1ee4454f"/><Relationship Type="http://schemas.openxmlformats.org/officeDocument/2006/relationships/notesSlide" Target="/ppt/notesSlides/notesSlide2.xml" Id="R94dca0a1600045ad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e48dbca2cea4aab"/><Relationship Type="http://schemas.openxmlformats.org/officeDocument/2006/relationships/image" Target="/ppt/media/image2.png" Id="Rd50863c9b3f849da"/><Relationship Type="http://schemas.openxmlformats.org/officeDocument/2006/relationships/slide" Target="slide2.xml" Id="Recf40930dc49401d"/><Relationship Type="http://schemas.openxmlformats.org/officeDocument/2006/relationships/notesSlide" Target="/ppt/notesSlides/notesSlide3.xml" Id="R194bbdd6b9654126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8be73b343fd41e0"/><Relationship Type="http://schemas.openxmlformats.org/officeDocument/2006/relationships/image" Target="/ppt/media/image3.png" Id="Rd38e1283a27143c8"/><Relationship Type="http://schemas.openxmlformats.org/officeDocument/2006/relationships/slide" Target="slide2.xml" Id="R9e351919da4340aa"/><Relationship Type="http://schemas.openxmlformats.org/officeDocument/2006/relationships/notesSlide" Target="/ppt/notesSlides/notesSlide4.xml" Id="R18f91486ef504dbe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742f4e4edc74788"/><Relationship Type="http://schemas.openxmlformats.org/officeDocument/2006/relationships/image" Target="/ppt/media/image4.png" Id="R7281a2839bd04013"/><Relationship Type="http://schemas.openxmlformats.org/officeDocument/2006/relationships/slide" Target="slide2.xml" Id="R1912d08bf48c4f9c"/><Relationship Type="http://schemas.openxmlformats.org/officeDocument/2006/relationships/notesSlide" Target="/ppt/notesSlides/notesSlide5.xml" Id="Rc9b61d61a5cb48ad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5fd9e14b1d84715"/><Relationship Type="http://schemas.openxmlformats.org/officeDocument/2006/relationships/image" Target="/ppt/media/image5.png" Id="R3e2d3715b50d44d7"/><Relationship Type="http://schemas.openxmlformats.org/officeDocument/2006/relationships/slide" Target="slide2.xml" Id="Rff195bbdaf8b48b7"/><Relationship Type="http://schemas.openxmlformats.org/officeDocument/2006/relationships/notesSlide" Target="/ppt/notesSlides/notesSlide6.xml" Id="Rf00d0f50928b4281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a300ae786234de4"/><Relationship Type="http://schemas.openxmlformats.org/officeDocument/2006/relationships/image" Target="/ppt/media/image6.png" Id="Rb35ce935ee9d41ea"/><Relationship Type="http://schemas.openxmlformats.org/officeDocument/2006/relationships/slide" Target="slide2.xml" Id="Ra026785a1b954ae5"/><Relationship Type="http://schemas.openxmlformats.org/officeDocument/2006/relationships/notesSlide" Target="/ppt/notesSlides/notesSlide7.xml" Id="Rb632e4d3be4a4eb3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a497af3cec54fc5"/><Relationship Type="http://schemas.openxmlformats.org/officeDocument/2006/relationships/image" Target="/ppt/media/image7.png" Id="R2419a5f0886c4dce"/><Relationship Type="http://schemas.openxmlformats.org/officeDocument/2006/relationships/slide" Target="slide2.xml" Id="R87463c86f2464a7d"/><Relationship Type="http://schemas.openxmlformats.org/officeDocument/2006/relationships/notesSlide" Target="/ppt/notesSlides/notesSlide8.xml" Id="R410da46efef04df2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3d1bcbb4b9b4144"/><Relationship Type="http://schemas.openxmlformats.org/officeDocument/2006/relationships/image" Target="/ppt/media/image8.png" Id="Re03533a733544ba0"/><Relationship Type="http://schemas.openxmlformats.org/officeDocument/2006/relationships/slide" Target="slide2.xml" Id="Rbd0f60898ec7472a"/><Relationship Type="http://schemas.openxmlformats.org/officeDocument/2006/relationships/notesSlide" Target="/ppt/notesSlides/notesSlide9.xml" Id="R284e7404355048d5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20f1def4698418a"/><Relationship Type="http://schemas.openxmlformats.org/officeDocument/2006/relationships/image" Target="/ppt/media/image9.png" Id="R2a869366145c4120"/><Relationship Type="http://schemas.openxmlformats.org/officeDocument/2006/relationships/slide" Target="slide2.xml" Id="R2cd40f741e8b446d"/><Relationship Type="http://schemas.openxmlformats.org/officeDocument/2006/relationships/notesSlide" Target="/ppt/notesSlides/notesSlide10.xml" Id="R0c1e49eb4b6540e7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c331132be4e427b"/><Relationship Type="http://schemas.openxmlformats.org/officeDocument/2006/relationships/image" Target="/ppt/media/image10.png" Id="R5115caac347e46fd"/><Relationship Type="http://schemas.openxmlformats.org/officeDocument/2006/relationships/slide" Target="slide2.xml" Id="Rcbb1c521dcd3448d"/><Relationship Type="http://schemas.openxmlformats.org/officeDocument/2006/relationships/notesSlide" Target="/ppt/notesSlides/notesSlide11.xml" Id="Rbb88052c3d6c4c26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bcb5a77b5484f80"/><Relationship Type="http://schemas.openxmlformats.org/officeDocument/2006/relationships/image" Target="/ppt/media/image11.png" Id="R90733f755b4346a2"/><Relationship Type="http://schemas.openxmlformats.org/officeDocument/2006/relationships/slide" Target="slide2.xml" Id="Reb552fcfcf0c4618"/><Relationship Type="http://schemas.openxmlformats.org/officeDocument/2006/relationships/notesSlide" Target="/ppt/notesSlides/notesSlide12.xml" Id="R9762f058cc2d495b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5fe8c7c4751420f"/><Relationship Type="http://schemas.openxmlformats.org/officeDocument/2006/relationships/image" Target="/ppt/media/image12.png" Id="Re318d95490c84fa6"/><Relationship Type="http://schemas.openxmlformats.org/officeDocument/2006/relationships/slide" Target="slide2.xml" Id="R7b5ed92ea05740d8"/><Relationship Type="http://schemas.openxmlformats.org/officeDocument/2006/relationships/notesSlide" Target="/ppt/notesSlides/notesSlide13.xml" Id="Rcf625846a42e4ea6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bb269118b9c4d70"/><Relationship Type="http://schemas.openxmlformats.org/officeDocument/2006/relationships/image" Target="/ppt/media/image13.png" Id="R082c2a14dd0740aa"/><Relationship Type="http://schemas.openxmlformats.org/officeDocument/2006/relationships/slide" Target="slide2.xml" Id="Rae34707ca17c4ada"/><Relationship Type="http://schemas.openxmlformats.org/officeDocument/2006/relationships/notesSlide" Target="/ppt/notesSlides/notesSlide14.xml" Id="R3f347a0f6acf4caa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85a2fdbb3854c8e"/><Relationship Type="http://schemas.openxmlformats.org/officeDocument/2006/relationships/image" Target="/ppt/media/image14.png" Id="Ra2b4fee77d644b69"/><Relationship Type="http://schemas.openxmlformats.org/officeDocument/2006/relationships/slide" Target="slide2.xml" Id="R24e4f93ac9f447ec"/><Relationship Type="http://schemas.openxmlformats.org/officeDocument/2006/relationships/notesSlide" Target="/ppt/notesSlides/notesSlide15.xml" Id="R67e3fc0e6b6648bb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e89e009eecb4a8b"/><Relationship Type="http://schemas.openxmlformats.org/officeDocument/2006/relationships/image" Target="/ppt/media/image15.png" Id="Rbf78de4b79c54c1b"/><Relationship Type="http://schemas.openxmlformats.org/officeDocument/2006/relationships/slide" Target="slide2.xml" Id="R2035ecc34182451d"/><Relationship Type="http://schemas.openxmlformats.org/officeDocument/2006/relationships/notesSlide" Target="/ppt/notesSlides/notesSlide16.xml" Id="R2754affcd77c412c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98002bc460045df"/><Relationship Type="http://schemas.openxmlformats.org/officeDocument/2006/relationships/image" Target="/ppt/media/image16.png" Id="Rfe17da8ccd0a456a"/><Relationship Type="http://schemas.openxmlformats.org/officeDocument/2006/relationships/slide" Target="slide2.xml" Id="Rabfcfdb7c2e64cff"/><Relationship Type="http://schemas.openxmlformats.org/officeDocument/2006/relationships/notesSlide" Target="/ppt/notesSlides/notesSlide17.xml" Id="R1166a38e0bb94568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bb465c4aa0d4952"/><Relationship Type="http://schemas.openxmlformats.org/officeDocument/2006/relationships/image" Target="/ppt/media/image17.png" Id="Rced9629ac8834d93"/><Relationship Type="http://schemas.openxmlformats.org/officeDocument/2006/relationships/slide" Target="slide2.xml" Id="R7c3da27c72eb443b"/><Relationship Type="http://schemas.openxmlformats.org/officeDocument/2006/relationships/notesSlide" Target="/ppt/notesSlides/notesSlide18.xml" Id="Rb4ed84a4b2c34ba1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b6a5bdccfe468c"/><Relationship Type="http://schemas.openxmlformats.org/officeDocument/2006/relationships/image" Target="/ppt/media/image18.png" Id="R3faa0b5b98f94643"/><Relationship Type="http://schemas.openxmlformats.org/officeDocument/2006/relationships/slide" Target="slide2.xml" Id="Re75245e8ed9c4901"/><Relationship Type="http://schemas.openxmlformats.org/officeDocument/2006/relationships/notesSlide" Target="/ppt/notesSlides/notesSlide19.xml" Id="Rc8b0737965564635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37a7c23a7744a32"/><Relationship Type="http://schemas.openxmlformats.org/officeDocument/2006/relationships/image" Target="/ppt/media/image19.png" Id="R5f5fda1f51494994"/><Relationship Type="http://schemas.openxmlformats.org/officeDocument/2006/relationships/slide" Target="slide2.xml" Id="R812aaabe077047fc"/><Relationship Type="http://schemas.openxmlformats.org/officeDocument/2006/relationships/notesSlide" Target="/ppt/notesSlides/notesSlide20.xml" Id="R0f2e90dcc45a40f5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66fceb3444b4155"/><Relationship Type="http://schemas.openxmlformats.org/officeDocument/2006/relationships/image" Target="/ppt/media/image20.png" Id="Rad6773e72e3e46e9"/><Relationship Type="http://schemas.openxmlformats.org/officeDocument/2006/relationships/slide" Target="slide2.xml" Id="Rda060c9fa6c04f2b"/><Relationship Type="http://schemas.openxmlformats.org/officeDocument/2006/relationships/notesSlide" Target="/ppt/notesSlides/notesSlide21.xml" Id="Rfff63077acc24e12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5dfa80e91a04886"/><Relationship Type="http://schemas.openxmlformats.org/officeDocument/2006/relationships/image" Target="/ppt/media/image21.png" Id="R4f0c1154a34040ce"/><Relationship Type="http://schemas.openxmlformats.org/officeDocument/2006/relationships/slide" Target="slide2.xml" Id="R4234f7b8e0da4091"/><Relationship Type="http://schemas.openxmlformats.org/officeDocument/2006/relationships/notesSlide" Target="/ppt/notesSlides/notesSlide22.xml" Id="R0c52c17da1464af0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c4734da25b64ecd"/><Relationship Type="http://schemas.openxmlformats.org/officeDocument/2006/relationships/image" Target="/ppt/media/image22.png" Id="R3290a2684bd94e69"/><Relationship Type="http://schemas.openxmlformats.org/officeDocument/2006/relationships/slide" Target="slide2.xml" Id="Rc18f66b8b52942a7"/><Relationship Type="http://schemas.openxmlformats.org/officeDocument/2006/relationships/notesSlide" Target="/ppt/notesSlides/notesSlide23.xml" Id="R466fb056834a46ef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bf9c84e70e04980"/><Relationship Type="http://schemas.openxmlformats.org/officeDocument/2006/relationships/image" Target="/ppt/media/image23.png" Id="R1f928d0562734f6c"/><Relationship Type="http://schemas.openxmlformats.org/officeDocument/2006/relationships/slide" Target="slide2.xml" Id="R2824a50508144059"/><Relationship Type="http://schemas.openxmlformats.org/officeDocument/2006/relationships/notesSlide" Target="/ppt/notesSlides/notesSlide24.xml" Id="Rcf62638b4d0d4357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36bd1d16ae4498b"/><Relationship Type="http://schemas.openxmlformats.org/officeDocument/2006/relationships/image" Target="/ppt/media/image24.png" Id="R39a7d9febc87466e"/><Relationship Type="http://schemas.openxmlformats.org/officeDocument/2006/relationships/slide" Target="slide2.xml" Id="R1b8f535a0afe404b"/><Relationship Type="http://schemas.openxmlformats.org/officeDocument/2006/relationships/notesSlide" Target="/ppt/notesSlides/notesSlide25.xml" Id="Rdf1d7dd5dc0e4dd8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3fee79a21b4606"/><Relationship Type="http://schemas.openxmlformats.org/officeDocument/2006/relationships/image" Target="/ppt/media/image25.png" Id="Rf38ec34143244635"/><Relationship Type="http://schemas.openxmlformats.org/officeDocument/2006/relationships/slide" Target="slide2.xml" Id="R13b61b53f40d4044"/><Relationship Type="http://schemas.openxmlformats.org/officeDocument/2006/relationships/notesSlide" Target="/ppt/notesSlides/notesSlide26.xml" Id="R94f2344dd56f4867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66f068db83f4d3e"/><Relationship Type="http://schemas.openxmlformats.org/officeDocument/2006/relationships/image" Target="/ppt/media/image26.png" Id="R67b78d7588c24686"/><Relationship Type="http://schemas.openxmlformats.org/officeDocument/2006/relationships/slide" Target="slide2.xml" Id="R409c93827f8449fc"/><Relationship Type="http://schemas.openxmlformats.org/officeDocument/2006/relationships/notesSlide" Target="/ppt/notesSlides/notesSlide27.xml" Id="R89ba2e692a8e447e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67ada73241d4dd1"/><Relationship Type="http://schemas.openxmlformats.org/officeDocument/2006/relationships/image" Target="/ppt/media/image27.png" Id="R0e95ddb72855457a"/><Relationship Type="http://schemas.openxmlformats.org/officeDocument/2006/relationships/slide" Target="slide2.xml" Id="R2a9e502c623a4fe7"/><Relationship Type="http://schemas.openxmlformats.org/officeDocument/2006/relationships/notesSlide" Target="/ppt/notesSlides/notesSlide28.xml" Id="R5c72b9e93acc49a0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60004bfb90a4b4d"/><Relationship Type="http://schemas.openxmlformats.org/officeDocument/2006/relationships/image" Target="/ppt/media/image28.png" Id="Rda01eea4a8fd4ed0"/><Relationship Type="http://schemas.openxmlformats.org/officeDocument/2006/relationships/slide" Target="slide2.xml" Id="R57499c496fa2409d"/><Relationship Type="http://schemas.openxmlformats.org/officeDocument/2006/relationships/notesSlide" Target="/ppt/notesSlides/notesSlide29.xml" Id="Rc58b6c32b8434963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7342281cfc0453e"/><Relationship Type="http://schemas.openxmlformats.org/officeDocument/2006/relationships/image" Target="/ppt/media/image29.png" Id="R49c6734801924deb"/><Relationship Type="http://schemas.openxmlformats.org/officeDocument/2006/relationships/slide" Target="slide2.xml" Id="R5d9d368e9c774c85"/><Relationship Type="http://schemas.openxmlformats.org/officeDocument/2006/relationships/notesSlide" Target="/ppt/notesSlides/notesSlide30.xml" Id="Rc3a98d8fe65d45fa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36c031b0cd54fef"/><Relationship Type="http://schemas.openxmlformats.org/officeDocument/2006/relationships/image" Target="/ppt/media/image30.png" Id="Rd4fa59814be941cf"/><Relationship Type="http://schemas.openxmlformats.org/officeDocument/2006/relationships/slide" Target="slide2.xml" Id="R08abc3596cd94142"/><Relationship Type="http://schemas.openxmlformats.org/officeDocument/2006/relationships/notesSlide" Target="/ppt/notesSlides/notesSlide31.xml" Id="Rf953618b3b3643da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37c92abec2f4b82"/><Relationship Type="http://schemas.openxmlformats.org/officeDocument/2006/relationships/image" Target="/ppt/media/image31.png" Id="R914a43bca85c44d4"/><Relationship Type="http://schemas.openxmlformats.org/officeDocument/2006/relationships/slide" Target="slide2.xml" Id="Re63da0d5736e4fb6"/><Relationship Type="http://schemas.openxmlformats.org/officeDocument/2006/relationships/notesSlide" Target="/ppt/notesSlides/notesSlide32.xml" Id="R40c6b178ce7e48de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60e5aa1513a4905"/><Relationship Type="http://schemas.openxmlformats.org/officeDocument/2006/relationships/image" Target="/ppt/media/image32.png" Id="R0337e04085ab40e2"/><Relationship Type="http://schemas.openxmlformats.org/officeDocument/2006/relationships/slide" Target="slide2.xml" Id="Rd26541dee2884cf5"/><Relationship Type="http://schemas.openxmlformats.org/officeDocument/2006/relationships/notesSlide" Target="/ppt/notesSlides/notesSlide33.xml" Id="Rd636c2d8fc674414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1877e25aa704860"/><Relationship Type="http://schemas.openxmlformats.org/officeDocument/2006/relationships/image" Target="/ppt/media/image33.png" Id="R4d971064e95e4ffd"/><Relationship Type="http://schemas.openxmlformats.org/officeDocument/2006/relationships/slide" Target="slide2.xml" Id="R4ac6b7a1c8074558"/><Relationship Type="http://schemas.openxmlformats.org/officeDocument/2006/relationships/notesSlide" Target="/ppt/notesSlides/notesSlide34.xml" Id="R42b7bac3a0a8481e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5e11127c985401d"/><Relationship Type="http://schemas.openxmlformats.org/officeDocument/2006/relationships/slide" Target="slide2.xml" Id="R14b733ce62784e4f"/><Relationship Type="http://schemas.openxmlformats.org/officeDocument/2006/relationships/notesSlide" Target="/ppt/notesSlides/notesSlide35.xml" Id="Rbc762a5137614c46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fbe416cb97041ad"/><Relationship Type="http://schemas.openxmlformats.org/officeDocument/2006/relationships/slide" Target="slide2.xml" Id="R5df506d4b1384054"/><Relationship Type="http://schemas.openxmlformats.org/officeDocument/2006/relationships/notesSlide" Target="/ppt/notesSlides/notesSlide36.xml" Id="Ra49fd9a491334067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30483b7c27a444b"/><Relationship Type="http://schemas.openxmlformats.org/officeDocument/2006/relationships/slide" Target="slide2.xml" Id="Re9c9d20693cf4a50"/><Relationship Type="http://schemas.openxmlformats.org/officeDocument/2006/relationships/notesSlide" Target="/ppt/notesSlides/notesSlide37.xml" Id="R3970a4959f374f23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e8b78f989b34324"/><Relationship Type="http://schemas.openxmlformats.org/officeDocument/2006/relationships/slide" Target="slide2.xml" Id="R31c19f86bda64fde"/><Relationship Type="http://schemas.openxmlformats.org/officeDocument/2006/relationships/notesSlide" Target="/ppt/notesSlides/notesSlide38.xml" Id="Rb351b8b6ed2341d9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cd97daab5ba47e8"/><Relationship Type="http://schemas.openxmlformats.org/officeDocument/2006/relationships/slide" Target="slide2.xml" Id="R85edcf879b8d4497"/><Relationship Type="http://schemas.openxmlformats.org/officeDocument/2006/relationships/notesSlide" Target="/ppt/notesSlides/notesSlide39.xml" Id="R1dcdb06d0738489d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a218025f4b04381"/><Relationship Type="http://schemas.openxmlformats.org/officeDocument/2006/relationships/slide" Target="slide2.xml" Id="Rd349fceedf08495f"/><Relationship Type="http://schemas.openxmlformats.org/officeDocument/2006/relationships/notesSlide" Target="/ppt/notesSlides/notesSlide40.xml" Id="R71e074b466034f95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6cb25cd4a9f49e9"/><Relationship Type="http://schemas.openxmlformats.org/officeDocument/2006/relationships/slide" Target="slide2.xml" Id="Rf198d00ac23b4d29"/><Relationship Type="http://schemas.openxmlformats.org/officeDocument/2006/relationships/notesSlide" Target="/ppt/notesSlides/notesSlide41.xml" Id="Re5a4ecdd5cfb42ab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d9796394d4e422d"/><Relationship Type="http://schemas.openxmlformats.org/officeDocument/2006/relationships/slide" Target="slide2.xml" Id="Ra5b7ee149296417e"/><Relationship Type="http://schemas.openxmlformats.org/officeDocument/2006/relationships/notesSlide" Target="/ppt/notesSlides/notesSlide42.xml" Id="R74594cb9b18b4a0b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48fe5b0f4dd47b3"/><Relationship Type="http://schemas.openxmlformats.org/officeDocument/2006/relationships/slide" Target="slide2.xml" Id="R467fe4b8c014401f"/><Relationship Type="http://schemas.openxmlformats.org/officeDocument/2006/relationships/notesSlide" Target="/ppt/notesSlides/notesSlide43.xml" Id="R7770040bb4c642da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17cd40b633746b5"/><Relationship Type="http://schemas.openxmlformats.org/officeDocument/2006/relationships/slide" Target="slide2.xml" Id="Rbf2d6c73b186493c"/><Relationship Type="http://schemas.openxmlformats.org/officeDocument/2006/relationships/notesSlide" Target="/ppt/notesSlides/notesSlide44.xml" Id="Rfd345213234b4588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cff149b6b8b45fb"/><Relationship Type="http://schemas.openxmlformats.org/officeDocument/2006/relationships/slide" Target="slide2.xml" Id="R1e56cfdd64ee45c7"/><Relationship Type="http://schemas.openxmlformats.org/officeDocument/2006/relationships/notesSlide" Target="/ppt/notesSlides/notesSlide45.xml" Id="R455ea43ac52347b2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A43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9FB31-8E22-4CA0-A6AF-4EA2889BEA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acb25518e4f14"/>
          <a:stretch xmlns:a="http://schemas.openxmlformats.org/drawingml/2006/main"/>
        </p:blipFill>
        <p:spPr>
          <a:xfrm xmlns:a="http://schemas.openxmlformats.org/drawingml/2006/main">
            <a:off x="10325100" y="2857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" name="native-text-0">
            <a:extLst xmlns:a="http://schemas.openxmlformats.org/drawingml/2006/main">
              <a:ext uri="{FF2B5EF4-FFF2-40B4-BE49-F238E27FC236}">
                <a16:creationId xmlns:a16="http://schemas.microsoft.com/office/drawing/2014/main" id="{1B9719C2-7EAC-4122-8A52-093C1C61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700" b="1" lang="en-US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lang="en-US">
                <a:solidFill>
                  <a:srgbClr val="FFFFFF"/>
                </a:solidFill>
                <a:latin typeface="Arial"/>
                <a:ea typeface="Arial"/>
                <a:cs typeface="Arial"/>
              </a:rPr>
              <a:t>MelaMedia</a:t>
            </a:r>
          </a:p>
        </p:txBody>
      </p:sp>
      <p:sp>
        <p:nvSpPr>
          <p:cNvPr id="3" name="native-text-1">
            <a:extLst xmlns:a="http://schemas.openxmlformats.org/drawingml/2006/main">
              <a:ext uri="{FF2B5EF4-FFF2-40B4-BE49-F238E27FC236}">
                <a16:creationId xmlns:a16="http://schemas.microsoft.com/office/drawing/2014/main" id="{E3639823-AF0B-4803-BDC3-233B0AE8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5100" b="1" lang="he-IL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‫היומן החדש‬</a:t>
            </a:r>
          </a:p>
        </p:txBody>
      </p:sp>
      <p:sp>
        <p:nvSpPr>
          <p:cNvPr id="4" name="native-text-2">
            <a:extLst xmlns:a="http://schemas.openxmlformats.org/drawingml/2006/main">
              <a:ext uri="{FF2B5EF4-FFF2-40B4-BE49-F238E27FC236}">
                <a16:creationId xmlns:a16="http://schemas.microsoft.com/office/drawing/2014/main" id="{CAF3EE96-E3E4-44CE-882A-BC5050E4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000" b="0" lang="he-IL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‫מדריך שימוש מצולם‬</a:t>
            </a:r>
          </a:p>
        </p:txBody>
      </p:sp>
      <p:sp>
        <p:nvSpPr>
          <p:cNvPr id="5" name="native-text-3">
            <a:extLst xmlns:a="http://schemas.openxmlformats.org/drawingml/2006/main">
              <a:ext uri="{FF2B5EF4-FFF2-40B4-BE49-F238E27FC236}">
                <a16:creationId xmlns:a16="http://schemas.microsoft.com/office/drawing/2014/main" id="{1ADC9AFE-B7BD-472F-9975-8756C1BD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40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400" b="0" lang="he-IL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2400" b="0" lang="he-IL">
                <a:solidFill>
                  <a:srgbClr val="DCE7F5"/>
                </a:solidFill>
                <a:latin typeface="Arial"/>
                <a:ea typeface="Arial"/>
                <a:cs typeface="Arial"/>
              </a:rPr>
              <a:t>‫יום, שבוע וחודש במחשב ובטלפון‬</a:t>
            </a:r>
          </a:p>
        </p:txBody>
      </p:sp>
      <p:sp>
        <p:nvSpPr>
          <p:cNvPr id="6" name="native-text-4">
            <a:extLst xmlns:a="http://schemas.openxmlformats.org/drawingml/2006/main">
              <a:ext uri="{FF2B5EF4-FFF2-40B4-BE49-F238E27FC236}">
                <a16:creationId xmlns:a16="http://schemas.microsoft.com/office/drawing/2014/main" id="{B0B37B5A-D0ED-46A7-AD3C-84C5130B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75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575" b="0" lang="he-IL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575" b="0" lang="he-IL">
                <a:solidFill>
                  <a:srgbClr val="DCE7F5"/>
                </a:solidFill>
                <a:latin typeface="Arial"/>
                <a:ea typeface="Arial"/>
                <a:cs typeface="Arial"/>
              </a:rPr>
              <a:t>‫צילומי ההדרכה כוללים אנשים ואירועים בדויים בלבד‬</a:t>
            </a:r>
          </a:p>
        </p:txBody>
      </p:sp>
      <p:sp>
        <p:nvSpPr>
          <p:cNvPr id="7" name="native-text-5">
            <a:extLst xmlns:a="http://schemas.openxmlformats.org/drawingml/2006/main">
              <a:ext uri="{FF2B5EF4-FFF2-40B4-BE49-F238E27FC236}">
                <a16:creationId xmlns:a16="http://schemas.microsoft.com/office/drawing/2014/main" id="{5F74503D-FE5D-41B6-921C-A3F899508E0C}"/>
              </a:ext>
            </a:extLst>
            <a:hlinkClick xmlns:r="http://schemas.openxmlformats.org/officeDocument/2006/relationships" xmlns:a="http://schemas.openxmlformats.org/drawingml/2006/main" r:id="R27a85ec2f4dd446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1245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‫פתיחת 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741080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native-text-6">
            <a:extLst xmlns:a="http://schemas.openxmlformats.org/drawingml/2006/main">
              <a:ext uri="{FF2B5EF4-FFF2-40B4-BE49-F238E27FC236}">
                <a16:creationId xmlns:a16="http://schemas.microsoft.com/office/drawing/2014/main" id="{E9F904FE-74AD-457A-8C2F-6283111C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  <p:sp>
        <p:nvSpPr>
          <p:cNvPr id="2" name="native-text-7">
            <a:extLst xmlns:a="http://schemas.openxmlformats.org/drawingml/2006/main">
              <a:ext uri="{FF2B5EF4-FFF2-40B4-BE49-F238E27FC236}">
                <a16:creationId xmlns:a16="http://schemas.microsoft.com/office/drawing/2014/main" id="{6A791452-CA95-4C0F-BF08-B5E0FD7C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‫בחרו נושא. בכל עמוד אפשר לחזור לתוכן העניינים.‬</a:t>
            </a:r>
          </a:p>
        </p:txBody>
      </p:sp>
      <p:sp>
        <p:nvSpPr>
          <p:cNvPr id="3" name="native-text-8">
            <a:extLst xmlns:a="http://schemas.openxmlformats.org/drawingml/2006/main">
              <a:ext uri="{FF2B5EF4-FFF2-40B4-BE49-F238E27FC236}">
                <a16:creationId xmlns:a16="http://schemas.microsoft.com/office/drawing/2014/main" id="{D4B2A5CF-0B09-467F-A62D-2E2863E12BC3}"/>
              </a:ext>
            </a:extLst>
            <a:hlinkClick xmlns:r="http://schemas.openxmlformats.org/officeDocument/2006/relationships" xmlns:a="http://schemas.openxmlformats.org/drawingml/2006/main" r:id="R0d057c6ad9824a6b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89547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native-text-9">
            <a:extLst xmlns:a="http://schemas.openxmlformats.org/drawingml/2006/main">
              <a:ext uri="{FF2B5EF4-FFF2-40B4-BE49-F238E27FC236}">
                <a16:creationId xmlns:a16="http://schemas.microsoft.com/office/drawing/2014/main" id="{13A3B267-AB0A-4356-93AE-96E34BAED751}"/>
              </a:ext>
            </a:extLst>
            <a:hlinkClick xmlns:r="http://schemas.openxmlformats.org/officeDocument/2006/relationships" xmlns:a="http://schemas.openxmlformats.org/drawingml/2006/main" r:id="R86c28f5ecee748a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954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‫יום, שבוע וחודש‬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4C361-1B2D-4447-A53C-D6198B25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76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6" name="native-text-10">
            <a:extLst xmlns:a="http://schemas.openxmlformats.org/drawingml/2006/main">
              <a:ext uri="{FF2B5EF4-FFF2-40B4-BE49-F238E27FC236}">
                <a16:creationId xmlns:a16="http://schemas.microsoft.com/office/drawing/2014/main" id="{50C45CEA-3982-40AF-B645-30FA3B0D0FB6}"/>
              </a:ext>
            </a:extLst>
            <a:hlinkClick xmlns:r="http://schemas.openxmlformats.org/officeDocument/2006/relationships" xmlns:a="http://schemas.openxmlformats.org/drawingml/2006/main" r:id="R9a32ff013efc4b6c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0512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native-text-11">
            <a:extLst xmlns:a="http://schemas.openxmlformats.org/drawingml/2006/main">
              <a:ext uri="{FF2B5EF4-FFF2-40B4-BE49-F238E27FC236}">
                <a16:creationId xmlns:a16="http://schemas.microsoft.com/office/drawing/2014/main" id="{EF6BDF5C-1946-4746-A96D-900C6BEADA5B}"/>
              </a:ext>
            </a:extLst>
            <a:hlinkClick xmlns:r="http://schemas.openxmlformats.org/officeDocument/2006/relationships" xmlns:a="http://schemas.openxmlformats.org/drawingml/2006/main" r:id="R974fda0b16ac4ef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0512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‫חיפוש ומנהלים‬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FC075-0581-44EA-A180-AB1D84C9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861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9" name="native-text-12">
            <a:extLst xmlns:a="http://schemas.openxmlformats.org/drawingml/2006/main">
              <a:ext uri="{FF2B5EF4-FFF2-40B4-BE49-F238E27FC236}">
                <a16:creationId xmlns:a16="http://schemas.microsoft.com/office/drawing/2014/main" id="{5C52424D-8E26-4EB8-ABBD-B9B88DE9DA5D}"/>
              </a:ext>
            </a:extLst>
            <a:hlinkClick xmlns:r="http://schemas.openxmlformats.org/officeDocument/2006/relationships" xmlns:a="http://schemas.openxmlformats.org/drawingml/2006/main" r:id="R7002f060bc944710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91477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native-text-13">
            <a:extLst xmlns:a="http://schemas.openxmlformats.org/drawingml/2006/main">
              <a:ext uri="{FF2B5EF4-FFF2-40B4-BE49-F238E27FC236}">
                <a16:creationId xmlns:a16="http://schemas.microsoft.com/office/drawing/2014/main" id="{01A6F9D2-0EBF-4256-AD1C-FF33616CE0CA}"/>
              </a:ext>
            </a:extLst>
            <a:hlinkClick xmlns:r="http://schemas.openxmlformats.org/officeDocument/2006/relationships" xmlns:a="http://schemas.openxmlformats.org/drawingml/2006/main" r:id="Rb8a9fcb27fe84e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147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‫הוספת אירוע ומשתתפים‬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7B4A8-A05B-44E9-8D0E-5EDF30C7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958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4">
            <a:extLst xmlns:a="http://schemas.openxmlformats.org/drawingml/2006/main">
              <a:ext uri="{FF2B5EF4-FFF2-40B4-BE49-F238E27FC236}">
                <a16:creationId xmlns:a16="http://schemas.microsoft.com/office/drawing/2014/main" id="{FA6965EA-4384-4260-B0C5-EAB64FA30B61}"/>
              </a:ext>
            </a:extLst>
            <a:hlinkClick xmlns:r="http://schemas.openxmlformats.org/officeDocument/2006/relationships" xmlns:a="http://schemas.openxmlformats.org/drawingml/2006/main" r:id="Rf41d8f3ae2034dea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92442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native-text-15">
            <a:extLst xmlns:a="http://schemas.openxmlformats.org/drawingml/2006/main">
              <a:ext uri="{FF2B5EF4-FFF2-40B4-BE49-F238E27FC236}">
                <a16:creationId xmlns:a16="http://schemas.microsoft.com/office/drawing/2014/main" id="{DBFFB942-1CDE-48B1-AA6C-65349AFCA882}"/>
              </a:ext>
            </a:extLst>
            <a:hlinkClick xmlns:r="http://schemas.openxmlformats.org/officeDocument/2006/relationships" xmlns:a="http://schemas.openxmlformats.org/drawingml/2006/main" r:id="R8c493c8a64de4e9c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2442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‫תזכורות ועריכת הודעות‬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56A43-CF5A-4C8A-ACE5-557D921B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054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5" name="native-text-16">
            <a:extLst xmlns:a="http://schemas.openxmlformats.org/drawingml/2006/main">
              <a:ext uri="{FF2B5EF4-FFF2-40B4-BE49-F238E27FC236}">
                <a16:creationId xmlns:a16="http://schemas.microsoft.com/office/drawing/2014/main" id="{15FE9450-562D-421C-B511-EAF58C80893C}"/>
              </a:ext>
            </a:extLst>
            <a:hlinkClick xmlns:r="http://schemas.openxmlformats.org/officeDocument/2006/relationships" xmlns:a="http://schemas.openxmlformats.org/drawingml/2006/main" r:id="R0fb045dcb6d84d9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9547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native-text-17">
            <a:extLst xmlns:a="http://schemas.openxmlformats.org/drawingml/2006/main">
              <a:ext uri="{FF2B5EF4-FFF2-40B4-BE49-F238E27FC236}">
                <a16:creationId xmlns:a16="http://schemas.microsoft.com/office/drawing/2014/main" id="{43D55A08-17B7-4B96-B49B-3B2331687C25}"/>
              </a:ext>
            </a:extLst>
            <a:hlinkClick xmlns:r="http://schemas.openxmlformats.org/officeDocument/2006/relationships" xmlns:a="http://schemas.openxmlformats.org/drawingml/2006/main" r:id="Rd4dfc2259875415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‫עדכון אירוע ואישורי הגעה‬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4CA2D-3A9E-47BA-AED7-FB9F00B8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8" name="native-text-18">
            <a:extLst xmlns:a="http://schemas.openxmlformats.org/drawingml/2006/main">
              <a:ext uri="{FF2B5EF4-FFF2-40B4-BE49-F238E27FC236}">
                <a16:creationId xmlns:a16="http://schemas.microsoft.com/office/drawing/2014/main" id="{DC072B94-9DAD-4512-B577-EA4BCAD9194F}"/>
              </a:ext>
            </a:extLst>
            <a:hlinkClick xmlns:r="http://schemas.openxmlformats.org/officeDocument/2006/relationships" xmlns:a="http://schemas.openxmlformats.org/drawingml/2006/main" r:id="R28603e8d46894de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0512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9" name="native-text-19">
            <a:extLst xmlns:a="http://schemas.openxmlformats.org/drawingml/2006/main">
              <a:ext uri="{FF2B5EF4-FFF2-40B4-BE49-F238E27FC236}">
                <a16:creationId xmlns:a16="http://schemas.microsoft.com/office/drawing/2014/main" id="{803DFD74-05A2-4393-8252-DC24C8D762AA}"/>
              </a:ext>
            </a:extLst>
            <a:hlinkClick xmlns:r="http://schemas.openxmlformats.org/officeDocument/2006/relationships" xmlns:a="http://schemas.openxmlformats.org/drawingml/2006/main" r:id="R476fcf5ac6bb4e3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‫סנכרון אישי וסיכום יומי‬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E0A88-7793-445B-B8FC-29F2C830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21" name="native-text-20">
            <a:extLst xmlns:a="http://schemas.openxmlformats.org/drawingml/2006/main">
              <a:ext uri="{FF2B5EF4-FFF2-40B4-BE49-F238E27FC236}">
                <a16:creationId xmlns:a16="http://schemas.microsoft.com/office/drawing/2014/main" id="{C1E80C39-16E2-46C2-9AB8-728826AFD18C}"/>
              </a:ext>
            </a:extLst>
            <a:hlinkClick xmlns:r="http://schemas.openxmlformats.org/officeDocument/2006/relationships" xmlns:a="http://schemas.openxmlformats.org/drawingml/2006/main" r:id="R75fef23967dd4098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1477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2" name="native-text-21">
            <a:extLst xmlns:a="http://schemas.openxmlformats.org/drawingml/2006/main">
              <a:ext uri="{FF2B5EF4-FFF2-40B4-BE49-F238E27FC236}">
                <a16:creationId xmlns:a16="http://schemas.microsoft.com/office/drawing/2014/main" id="{E10338D6-D59F-4650-8F4A-F66187CFE836}"/>
              </a:ext>
            </a:extLst>
            <a:hlinkClick xmlns:r="http://schemas.openxmlformats.org/officeDocument/2006/relationships" xmlns:a="http://schemas.openxmlformats.org/drawingml/2006/main" r:id="Re1ef526ebfcd47fe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‫מפתח כפתורים‬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1E2DAB-6A95-4736-BC47-E8290048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24" name="native-text-22">
            <a:extLst xmlns:a="http://schemas.openxmlformats.org/drawingml/2006/main">
              <a:ext uri="{FF2B5EF4-FFF2-40B4-BE49-F238E27FC236}">
                <a16:creationId xmlns:a16="http://schemas.microsoft.com/office/drawing/2014/main" id="{76EC2926-EFE9-43F1-B39D-0B3F7C02D2B9}"/>
              </a:ext>
            </a:extLst>
            <a:hlinkClick xmlns:r="http://schemas.openxmlformats.org/officeDocument/2006/relationships" xmlns:a="http://schemas.openxmlformats.org/drawingml/2006/main" r:id="Rd188116ddf3640b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2442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5" name="native-text-23">
            <a:extLst xmlns:a="http://schemas.openxmlformats.org/drawingml/2006/main">
              <a:ext uri="{FF2B5EF4-FFF2-40B4-BE49-F238E27FC236}">
                <a16:creationId xmlns:a16="http://schemas.microsoft.com/office/drawing/2014/main" id="{305AE13C-DDE4-4413-B084-8034E22C10C7}"/>
              </a:ext>
            </a:extLst>
            <a:hlinkClick xmlns:r="http://schemas.openxmlformats.org/officeDocument/2006/relationships" xmlns:a="http://schemas.openxmlformats.org/drawingml/2006/main" r:id="R94bf3cc509b5488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‫תקלות ודוגמה מלאה‬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AC34A3-3110-4C02-9987-26A26429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31C76B-ADB5-4172-9C91-685FC16C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28" name="native-text-24">
            <a:extLst xmlns:a="http://schemas.openxmlformats.org/drawingml/2006/main">
              <a:ext uri="{FF2B5EF4-FFF2-40B4-BE49-F238E27FC236}">
                <a16:creationId xmlns:a16="http://schemas.microsoft.com/office/drawing/2014/main" id="{5E933958-3A64-4020-ACF9-73ADA535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02</a:t>
            </a:r>
          </a:p>
        </p:txBody>
      </p:sp>
      <p:sp>
        <p:nvSpPr>
          <p:cNvPr id="29" name="native-text-25">
            <a:extLst xmlns:a="http://schemas.openxmlformats.org/drawingml/2006/main">
              <a:ext uri="{FF2B5EF4-FFF2-40B4-BE49-F238E27FC236}">
                <a16:creationId xmlns:a16="http://schemas.microsoft.com/office/drawing/2014/main" id="{D59652D7-7F9A-4D55-9F72-F766E764F60F}"/>
              </a:ext>
            </a:extLst>
            <a:hlinkClick xmlns:r="http://schemas.openxmlformats.org/officeDocument/2006/relationships" xmlns:a="http://schemas.openxmlformats.org/drawingml/2006/main" r:id="Rda47976e1ee4454f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20890382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6">
            <a:extLst xmlns:a="http://schemas.openxmlformats.org/drawingml/2006/main">
              <a:ext uri="{FF2B5EF4-FFF2-40B4-BE49-F238E27FC236}">
                <a16:creationId xmlns:a16="http://schemas.microsoft.com/office/drawing/2014/main" id="{42BDC044-59FC-422F-89B9-1169B441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‫פתיחת היומן‬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7D9F5-93D3-4161-8313-6883CECA7E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863c9b3f849da"/>
          <a:stretch xmlns:a="http://schemas.openxmlformats.org/drawingml/2006/main"/>
        </p:blipFill>
        <p:spPr>
          <a:xfrm xmlns:a="http://schemas.openxmlformats.org/drawingml/2006/main">
            <a:off x="2444472" y="1276350"/>
            <a:ext cx="2121457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7">
            <a:extLst xmlns:a="http://schemas.openxmlformats.org/drawingml/2006/main">
              <a:ext uri="{FF2B5EF4-FFF2-40B4-BE49-F238E27FC236}">
                <a16:creationId xmlns:a16="http://schemas.microsoft.com/office/drawing/2014/main" id="{96ACB813-CCD6-4264-AF9F-904D030A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8">
            <a:extLst xmlns:a="http://schemas.openxmlformats.org/drawingml/2006/main">
              <a:ext uri="{FF2B5EF4-FFF2-40B4-BE49-F238E27FC236}">
                <a16:creationId xmlns:a16="http://schemas.microsoft.com/office/drawing/2014/main" id="{FB40C7D5-6CD2-483B-8564-D72BB096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‫כניסה‬</a:t>
            </a:r>
          </a:p>
        </p:txBody>
      </p:sp>
      <p:sp>
        <p:nvSpPr>
          <p:cNvPr id="5" name="native-text-29">
            <a:extLst xmlns:a="http://schemas.openxmlformats.org/drawingml/2006/main">
              <a:ext uri="{FF2B5EF4-FFF2-40B4-BE49-F238E27FC236}">
                <a16:creationId xmlns:a16="http://schemas.microsoft.com/office/drawing/2014/main" id="{6B9B94E1-D840-4AE1-B611-4133238A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69269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‫פותחים את ״יומן״ מתוך תפריט המערכת. באפליקציה משתמשים באותו יומן ובאותן הרשאות.‬</a:t>
            </a:r>
          </a:p>
        </p:txBody>
      </p:sp>
      <p:sp>
        <p:nvSpPr>
          <p:cNvPr id="6" name="native-text-30">
            <a:extLst xmlns:a="http://schemas.openxmlformats.org/drawingml/2006/main">
              <a:ext uri="{FF2B5EF4-FFF2-40B4-BE49-F238E27FC236}">
                <a16:creationId xmlns:a16="http://schemas.microsoft.com/office/drawing/2014/main" id="{4A86C925-0150-4A04-B78C-06EB82B3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55094"/>
            <a:ext cx="47815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היקף‬</a:t>
            </a:r>
          </a:p>
        </p:txBody>
      </p:sp>
      <p:sp>
        <p:nvSpPr>
          <p:cNvPr id="7" name="native-text-31">
            <a:extLst xmlns:a="http://schemas.openxmlformats.org/drawingml/2006/main">
              <a:ext uri="{FF2B5EF4-FFF2-40B4-BE49-F238E27FC236}">
                <a16:creationId xmlns:a16="http://schemas.microsoft.com/office/drawing/2014/main" id="{5437CE33-5F73-44A3-82D7-7E71AE8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3238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‫״היומן שלי״ מציג את היומן האישי. ״יומן המשרד״ זמין למי שמורשה לראות אותו.‬</a:t>
            </a:r>
          </a:p>
        </p:txBody>
      </p:sp>
      <p:sp>
        <p:nvSpPr>
          <p:cNvPr id="8" name="native-text-32">
            <a:extLst xmlns:a="http://schemas.openxmlformats.org/drawingml/2006/main">
              <a:ext uri="{FF2B5EF4-FFF2-40B4-BE49-F238E27FC236}">
                <a16:creationId xmlns:a16="http://schemas.microsoft.com/office/drawing/2014/main" id="{929F9A6D-BFDE-41BF-B276-8BC0CE21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29063"/>
            <a:ext cx="47815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תצוגה‬</a:t>
            </a:r>
          </a:p>
        </p:txBody>
      </p:sp>
      <p:sp>
        <p:nvSpPr>
          <p:cNvPr id="9" name="native-text-33">
            <a:extLst xmlns:a="http://schemas.openxmlformats.org/drawingml/2006/main">
              <a:ext uri="{FF2B5EF4-FFF2-40B4-BE49-F238E27FC236}">
                <a16:creationId xmlns:a16="http://schemas.microsoft.com/office/drawing/2014/main" id="{FEFCA824-5446-4E11-B54F-7F270444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7206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‫יום מתאים לטיפול בפגישות היום; שבוע לתכנון השבוע; חודש למבט על החודש.‬</a:t>
            </a:r>
          </a:p>
        </p:txBody>
      </p:sp>
      <p:sp>
        <p:nvSpPr>
          <p:cNvPr id="10" name="native-text-34">
            <a:extLst xmlns:a="http://schemas.openxmlformats.org/drawingml/2006/main">
              <a:ext uri="{FF2B5EF4-FFF2-40B4-BE49-F238E27FC236}">
                <a16:creationId xmlns:a16="http://schemas.microsoft.com/office/drawing/2014/main" id="{176AA6AF-0751-4B47-B026-88E6B775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‫בחירת תצוגה משנה את אופן ההצגה. האירועים נשמרים באותו יומן.‬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7FD98-825D-4E0E-B848-293C17DC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5">
            <a:extLst xmlns:a="http://schemas.openxmlformats.org/drawingml/2006/main">
              <a:ext uri="{FF2B5EF4-FFF2-40B4-BE49-F238E27FC236}">
                <a16:creationId xmlns:a16="http://schemas.microsoft.com/office/drawing/2014/main" id="{14FE4718-38D3-4712-B6DD-2CDF1FF6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03</a:t>
            </a:r>
          </a:p>
        </p:txBody>
      </p:sp>
      <p:sp>
        <p:nvSpPr>
          <p:cNvPr id="13" name="native-text-36">
            <a:extLst xmlns:a="http://schemas.openxmlformats.org/drawingml/2006/main">
              <a:ext uri="{FF2B5EF4-FFF2-40B4-BE49-F238E27FC236}">
                <a16:creationId xmlns:a16="http://schemas.microsoft.com/office/drawing/2014/main" id="{F6AD5439-231A-488E-9960-F42296B051AD}"/>
              </a:ext>
            </a:extLst>
            <a:hlinkClick xmlns:r="http://schemas.openxmlformats.org/officeDocument/2006/relationships" xmlns:a="http://schemas.openxmlformats.org/drawingml/2006/main" r:id="Recf40930dc49401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2332704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7">
            <a:extLst xmlns:a="http://schemas.openxmlformats.org/drawingml/2006/main">
              <a:ext uri="{FF2B5EF4-FFF2-40B4-BE49-F238E27FC236}">
                <a16:creationId xmlns:a16="http://schemas.microsoft.com/office/drawing/2014/main" id="{2EF4156E-4B17-4D6F-9E97-63244289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‫יום במחשב‬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4CE6A-1D57-4150-9371-42D511F9FA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e1283a27143c8"/>
          <a:stretch xmlns:a="http://schemas.openxmlformats.org/drawingml/2006/main"/>
        </p:blipFill>
        <p:spPr>
          <a:xfrm xmlns:a="http://schemas.openxmlformats.org/drawingml/2006/main">
            <a:off x="609600" y="1688972"/>
            <a:ext cx="5791200" cy="3765807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8">
            <a:extLst xmlns:a="http://schemas.openxmlformats.org/drawingml/2006/main">
              <a:ext uri="{FF2B5EF4-FFF2-40B4-BE49-F238E27FC236}">
                <a16:creationId xmlns:a16="http://schemas.microsoft.com/office/drawing/2014/main" id="{304B3846-C494-41F6-89BF-095BFB15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9">
            <a:extLst xmlns:a="http://schemas.openxmlformats.org/drawingml/2006/main">
              <a:ext uri="{FF2B5EF4-FFF2-40B4-BE49-F238E27FC236}">
                <a16:creationId xmlns:a16="http://schemas.microsoft.com/office/drawing/2014/main" id="{B8636AC2-DDD4-4A21-A1C1-6E89874F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יום‬</a:t>
            </a:r>
          </a:p>
        </p:txBody>
      </p:sp>
      <p:sp>
        <p:nvSpPr>
          <p:cNvPr id="5" name="native-text-40">
            <a:extLst xmlns:a="http://schemas.openxmlformats.org/drawingml/2006/main">
              <a:ext uri="{FF2B5EF4-FFF2-40B4-BE49-F238E27FC236}">
                <a16:creationId xmlns:a16="http://schemas.microsoft.com/office/drawing/2014/main" id="{362E776B-9CED-4EA6-BE9B-CB9B4875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״יום״. ברצועת הימים בוחרים את היום הרצוי.‬</a:t>
            </a:r>
          </a:p>
        </p:txBody>
      </p:sp>
      <p:sp>
        <p:nvSpPr>
          <p:cNvPr id="6" name="native-text-41">
            <a:extLst xmlns:a="http://schemas.openxmlformats.org/drawingml/2006/main">
              <a:ext uri="{FF2B5EF4-FFF2-40B4-BE49-F238E27FC236}">
                <a16:creationId xmlns:a16="http://schemas.microsoft.com/office/drawing/2014/main" id="{2CBBA13E-1770-422F-87F5-DCFFE109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‫קריאת הכרטיס‬</a:t>
            </a:r>
          </a:p>
        </p:txBody>
      </p:sp>
      <p:sp>
        <p:nvSpPr>
          <p:cNvPr id="7" name="native-text-42">
            <a:extLst xmlns:a="http://schemas.openxmlformats.org/drawingml/2006/main">
              <a:ext uri="{FF2B5EF4-FFF2-40B4-BE49-F238E27FC236}">
                <a16:creationId xmlns:a16="http://schemas.microsoft.com/office/drawing/2014/main" id="{93B34F4C-DEE7-4ABA-A9A2-5F47779E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‫כל אירוע מופיע בנפרד, לצד השעה, שמות המנהלים והמידע שמופיע בכרטיס.‬</a:t>
            </a:r>
          </a:p>
        </p:txBody>
      </p:sp>
      <p:sp>
        <p:nvSpPr>
          <p:cNvPr id="8" name="native-text-43">
            <a:extLst xmlns:a="http://schemas.openxmlformats.org/drawingml/2006/main">
              <a:ext uri="{FF2B5EF4-FFF2-40B4-BE49-F238E27FC236}">
                <a16:creationId xmlns:a16="http://schemas.microsoft.com/office/drawing/2014/main" id="{AB298FBC-2A8A-41A0-99DA-24297355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‫פתיחה‬</a:t>
            </a:r>
          </a:p>
        </p:txBody>
      </p:sp>
      <p:sp>
        <p:nvSpPr>
          <p:cNvPr id="9" name="native-text-44">
            <a:extLst xmlns:a="http://schemas.openxmlformats.org/drawingml/2006/main">
              <a:ext uri="{FF2B5EF4-FFF2-40B4-BE49-F238E27FC236}">
                <a16:creationId xmlns:a16="http://schemas.microsoft.com/office/drawing/2014/main" id="{534F4EC2-DB0E-4C3E-AC1D-35652511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כרטיס הפגישה כדי לפתוח את טופס האירוע המלא.‬</a:t>
            </a:r>
          </a:p>
        </p:txBody>
      </p:sp>
      <p:sp>
        <p:nvSpPr>
          <p:cNvPr id="10" name="native-text-45">
            <a:extLst xmlns:a="http://schemas.openxmlformats.org/drawingml/2006/main">
              <a:ext uri="{FF2B5EF4-FFF2-40B4-BE49-F238E27FC236}">
                <a16:creationId xmlns:a16="http://schemas.microsoft.com/office/drawing/2014/main" id="{1598F405-4499-4C80-993A-EB9A6E3B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‫כותרת מקוצרת בכרטיס אינה מוחקת טקסט. הטקסט המלא נשאר בטופס האירוע.‬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2723C-97A7-49A5-B1BC-11EA0F13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46">
            <a:extLst xmlns:a="http://schemas.openxmlformats.org/drawingml/2006/main">
              <a:ext uri="{FF2B5EF4-FFF2-40B4-BE49-F238E27FC236}">
                <a16:creationId xmlns:a16="http://schemas.microsoft.com/office/drawing/2014/main" id="{74B74CE4-AABC-417A-BA03-484BB97C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04</a:t>
            </a:r>
          </a:p>
        </p:txBody>
      </p:sp>
      <p:sp>
        <p:nvSpPr>
          <p:cNvPr id="13" name="native-text-47">
            <a:extLst xmlns:a="http://schemas.openxmlformats.org/drawingml/2006/main">
              <a:ext uri="{FF2B5EF4-FFF2-40B4-BE49-F238E27FC236}">
                <a16:creationId xmlns:a16="http://schemas.microsoft.com/office/drawing/2014/main" id="{038A4802-3BFA-4908-A8A3-BC6FE7751EB7}"/>
              </a:ext>
            </a:extLst>
            <a:hlinkClick xmlns:r="http://schemas.openxmlformats.org/officeDocument/2006/relationships" xmlns:a="http://schemas.openxmlformats.org/drawingml/2006/main" r:id="R9e351919da4340aa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962757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48">
            <a:extLst xmlns:a="http://schemas.openxmlformats.org/drawingml/2006/main">
              <a:ext uri="{FF2B5EF4-FFF2-40B4-BE49-F238E27FC236}">
                <a16:creationId xmlns:a16="http://schemas.microsoft.com/office/drawing/2014/main" id="{FF1CCD43-112A-46C1-8788-28E8F817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‫יום בטלפון ובאפליקציה‬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679F5-CB89-4679-9A36-054D0EE4D8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1a2839bd04013"/>
          <a:stretch xmlns:a="http://schemas.openxmlformats.org/drawingml/2006/main"/>
        </p:blipFill>
        <p:spPr>
          <a:xfrm xmlns:a="http://schemas.openxmlformats.org/drawingml/2006/main">
            <a:off x="2444472" y="1276350"/>
            <a:ext cx="2121457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49">
            <a:extLst xmlns:a="http://schemas.openxmlformats.org/drawingml/2006/main">
              <a:ext uri="{FF2B5EF4-FFF2-40B4-BE49-F238E27FC236}">
                <a16:creationId xmlns:a16="http://schemas.microsoft.com/office/drawing/2014/main" id="{C23E54CB-8D54-4BA6-A52D-79A38B09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50">
            <a:extLst xmlns:a="http://schemas.openxmlformats.org/drawingml/2006/main">
              <a:ext uri="{FF2B5EF4-FFF2-40B4-BE49-F238E27FC236}">
                <a16:creationId xmlns:a16="http://schemas.microsoft.com/office/drawing/2014/main" id="{7B6BD7F5-92EA-405F-B813-218028F0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היום‬</a:t>
            </a:r>
          </a:p>
        </p:txBody>
      </p:sp>
      <p:sp>
        <p:nvSpPr>
          <p:cNvPr id="5" name="native-text-51">
            <a:extLst xmlns:a="http://schemas.openxmlformats.org/drawingml/2006/main">
              <a:ext uri="{FF2B5EF4-FFF2-40B4-BE49-F238E27FC236}">
                <a16:creationId xmlns:a16="http://schemas.microsoft.com/office/drawing/2014/main" id="{A42B2B02-8D5F-4580-B1F5-EA81362F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‫ברצועת הימים לוחצים על תאריך. גוללים למטה כדי לראות את כל האירועים שלו.‬</a:t>
            </a:r>
          </a:p>
        </p:txBody>
      </p:sp>
      <p:sp>
        <p:nvSpPr>
          <p:cNvPr id="6" name="native-text-52">
            <a:extLst xmlns:a="http://schemas.openxmlformats.org/drawingml/2006/main">
              <a:ext uri="{FF2B5EF4-FFF2-40B4-BE49-F238E27FC236}">
                <a16:creationId xmlns:a16="http://schemas.microsoft.com/office/drawing/2014/main" id="{796BDE6C-F2E1-41D3-B7BC-FD4B8B2D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‫פתיחת פגישה‬</a:t>
            </a:r>
          </a:p>
        </p:txBody>
      </p:sp>
      <p:sp>
        <p:nvSpPr>
          <p:cNvPr id="7" name="native-text-53">
            <a:extLst xmlns:a="http://schemas.openxmlformats.org/drawingml/2006/main">
              <a:ext uri="{FF2B5EF4-FFF2-40B4-BE49-F238E27FC236}">
                <a16:creationId xmlns:a16="http://schemas.microsoft.com/office/drawing/2014/main" id="{805D84F6-D2F5-45BE-AE28-731FD8DA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פעם אחת על הכרטיס. אין צורך בהחזקה כדי לפתוח אותו.‬</a:t>
            </a:r>
          </a:p>
        </p:txBody>
      </p:sp>
      <p:sp>
        <p:nvSpPr>
          <p:cNvPr id="8" name="native-text-54">
            <a:extLst xmlns:a="http://schemas.openxmlformats.org/drawingml/2006/main">
              <a:ext uri="{FF2B5EF4-FFF2-40B4-BE49-F238E27FC236}">
                <a16:creationId xmlns:a16="http://schemas.microsoft.com/office/drawing/2014/main" id="{94F52FCA-7E37-47C9-8FAC-F493C92B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‫פגישה חדשה‬</a:t>
            </a:r>
          </a:p>
        </p:txBody>
      </p:sp>
      <p:sp>
        <p:nvSpPr>
          <p:cNvPr id="9" name="native-text-55">
            <a:extLst xmlns:a="http://schemas.openxmlformats.org/drawingml/2006/main">
              <a:ext uri="{FF2B5EF4-FFF2-40B4-BE49-F238E27FC236}">
                <a16:creationId xmlns:a16="http://schemas.microsoft.com/office/drawing/2014/main" id="{759AE3DD-3113-4675-BA63-4FCDB6A2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הפלוס העגול שבצד שמאל למטה.‬</a:t>
            </a:r>
          </a:p>
        </p:txBody>
      </p:sp>
      <p:sp>
        <p:nvSpPr>
          <p:cNvPr id="10" name="native-text-56">
            <a:extLst xmlns:a="http://schemas.openxmlformats.org/drawingml/2006/main">
              <a:ext uri="{FF2B5EF4-FFF2-40B4-BE49-F238E27FC236}">
                <a16:creationId xmlns:a16="http://schemas.microsoft.com/office/drawing/2014/main" id="{91B1A4DA-C726-471A-9B87-9F78FD3B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‫הפלוס נמצא מעל אזור הניווט התחתון כדי שאפשר יהיה ללחוץ עליו גם באפליקציה.‬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90237-D58B-48C6-922C-A0629957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57">
            <a:extLst xmlns:a="http://schemas.openxmlformats.org/drawingml/2006/main">
              <a:ext uri="{FF2B5EF4-FFF2-40B4-BE49-F238E27FC236}">
                <a16:creationId xmlns:a16="http://schemas.microsoft.com/office/drawing/2014/main" id="{6A6929DE-A7FA-48B8-8D0E-FB1F13E7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05</a:t>
            </a:r>
          </a:p>
        </p:txBody>
      </p:sp>
      <p:sp>
        <p:nvSpPr>
          <p:cNvPr id="13" name="native-text-58">
            <a:extLst xmlns:a="http://schemas.openxmlformats.org/drawingml/2006/main">
              <a:ext uri="{FF2B5EF4-FFF2-40B4-BE49-F238E27FC236}">
                <a16:creationId xmlns:a16="http://schemas.microsoft.com/office/drawing/2014/main" id="{FBE71365-4AB8-40B4-A7E5-F52203B3FBC0}"/>
              </a:ext>
            </a:extLst>
            <a:hlinkClick xmlns:r="http://schemas.openxmlformats.org/officeDocument/2006/relationships" xmlns:a="http://schemas.openxmlformats.org/drawingml/2006/main" r:id="R1912d08bf48c4f9c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2682388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59">
            <a:extLst xmlns:a="http://schemas.openxmlformats.org/drawingml/2006/main">
              <a:ext uri="{FF2B5EF4-FFF2-40B4-BE49-F238E27FC236}">
                <a16:creationId xmlns:a16="http://schemas.microsoft.com/office/drawing/2014/main" id="{61EE807D-BDBB-4EF7-B9F6-F1CEFF72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‫שבוע במחשב‬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AF14D-6A39-466F-BF90-5A72EDB5CF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d3715b50d44d7"/>
          <a:stretch xmlns:a="http://schemas.openxmlformats.org/drawingml/2006/main"/>
        </p:blipFill>
        <p:spPr>
          <a:xfrm xmlns:a="http://schemas.openxmlformats.org/drawingml/2006/main">
            <a:off x="609600" y="1688972"/>
            <a:ext cx="5791200" cy="3765807"/>
          </a:xfrm>
          <a:prstGeom xmlns:a="http://schemas.openxmlformats.org/drawingml/2006/main" prst="rect">
            <a:avLst/>
          </a:prstGeom>
        </p:spPr>
      </p:pic>
      <p:sp>
        <p:nvSpPr>
          <p:cNvPr id="3" name="native-text-60">
            <a:extLst xmlns:a="http://schemas.openxmlformats.org/drawingml/2006/main">
              <a:ext uri="{FF2B5EF4-FFF2-40B4-BE49-F238E27FC236}">
                <a16:creationId xmlns:a16="http://schemas.microsoft.com/office/drawing/2014/main" id="{070839A6-DCFE-420F-8553-38B82471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61">
            <a:extLst xmlns:a="http://schemas.openxmlformats.org/drawingml/2006/main">
              <a:ext uri="{FF2B5EF4-FFF2-40B4-BE49-F238E27FC236}">
                <a16:creationId xmlns:a16="http://schemas.microsoft.com/office/drawing/2014/main" id="{75791BAB-5191-4C0B-AD73-78668487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‫מבט שבועי‬</a:t>
            </a:r>
          </a:p>
        </p:txBody>
      </p:sp>
      <p:sp>
        <p:nvSpPr>
          <p:cNvPr id="5" name="native-text-62">
            <a:extLst xmlns:a="http://schemas.openxmlformats.org/drawingml/2006/main">
              <a:ext uri="{FF2B5EF4-FFF2-40B4-BE49-F238E27FC236}">
                <a16:creationId xmlns:a16="http://schemas.microsoft.com/office/drawing/2014/main" id="{A2E5DD4E-6CA8-4AF3-A3E5-64C3C0A5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״שבוע״. כל עמודה מייצגת יום וציר השעות מציג את זמני הפגישות.‬</a:t>
            </a:r>
          </a:p>
        </p:txBody>
      </p:sp>
      <p:sp>
        <p:nvSpPr>
          <p:cNvPr id="6" name="native-text-63">
            <a:extLst xmlns:a="http://schemas.openxmlformats.org/drawingml/2006/main">
              <a:ext uri="{FF2B5EF4-FFF2-40B4-BE49-F238E27FC236}">
                <a16:creationId xmlns:a16="http://schemas.microsoft.com/office/drawing/2014/main" id="{14C52E8F-14EC-4455-80B5-F3E742E8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‫פגישות במקביל‬</a:t>
            </a:r>
          </a:p>
        </p:txBody>
      </p:sp>
      <p:sp>
        <p:nvSpPr>
          <p:cNvPr id="7" name="native-text-64">
            <a:extLst xmlns:a="http://schemas.openxmlformats.org/drawingml/2006/main">
              <a:ext uri="{FF2B5EF4-FFF2-40B4-BE49-F238E27FC236}">
                <a16:creationId xmlns:a16="http://schemas.microsoft.com/office/drawing/2014/main" id="{D2C74131-AC56-4894-8DFE-098191DB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‫שתי פגישות באותה שעה מופיעות בנפרד. תמונות או ראשי תיבות עוזרים לזהות את המנהלים.‬</a:t>
            </a:r>
          </a:p>
        </p:txBody>
      </p:sp>
      <p:sp>
        <p:nvSpPr>
          <p:cNvPr id="8" name="native-text-65">
            <a:extLst xmlns:a="http://schemas.openxmlformats.org/drawingml/2006/main">
              <a:ext uri="{FF2B5EF4-FFF2-40B4-BE49-F238E27FC236}">
                <a16:creationId xmlns:a16="http://schemas.microsoft.com/office/drawing/2014/main" id="{25455A92-9497-4BD0-91DC-D99BF993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‫מידע מלא‬</a:t>
            </a:r>
          </a:p>
        </p:txBody>
      </p:sp>
      <p:sp>
        <p:nvSpPr>
          <p:cNvPr id="9" name="native-text-66">
            <a:extLst xmlns:a="http://schemas.openxmlformats.org/drawingml/2006/main">
              <a:ext uri="{FF2B5EF4-FFF2-40B4-BE49-F238E27FC236}">
                <a16:creationId xmlns:a16="http://schemas.microsoft.com/office/drawing/2014/main" id="{29FE1779-6C3D-4261-AFC7-1D96D3A7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‫פותחים אירוע בלחיצה. הרשימה של היום הנבחר שמתחת ללוח מציגה כרטיסים ברורים יותר.‬</a:t>
            </a:r>
          </a:p>
        </p:txBody>
      </p:sp>
      <p:sp>
        <p:nvSpPr>
          <p:cNvPr id="10" name="native-text-67">
            <a:extLst xmlns:a="http://schemas.openxmlformats.org/drawingml/2006/main">
              <a:ext uri="{FF2B5EF4-FFF2-40B4-BE49-F238E27FC236}">
                <a16:creationId xmlns:a16="http://schemas.microsoft.com/office/drawing/2014/main" id="{25B70B87-BF7B-4D34-9F05-788AA8B7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‫הכרטיס ברשת צר יותר. אפשר לקרוא פרטים מלאים בטופס או ברשימת היום.‬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6E796-4A44-4D92-930E-1547A5D2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68">
            <a:extLst xmlns:a="http://schemas.openxmlformats.org/drawingml/2006/main">
              <a:ext uri="{FF2B5EF4-FFF2-40B4-BE49-F238E27FC236}">
                <a16:creationId xmlns:a16="http://schemas.microsoft.com/office/drawing/2014/main" id="{E92F1724-A471-40FA-89D0-43F8984F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06</a:t>
            </a:r>
          </a:p>
        </p:txBody>
      </p:sp>
      <p:sp>
        <p:nvSpPr>
          <p:cNvPr id="13" name="native-text-69">
            <a:extLst xmlns:a="http://schemas.openxmlformats.org/drawingml/2006/main">
              <a:ext uri="{FF2B5EF4-FFF2-40B4-BE49-F238E27FC236}">
                <a16:creationId xmlns:a16="http://schemas.microsoft.com/office/drawing/2014/main" id="{A2355661-C72A-4003-8C3A-D6CDAF6C1113}"/>
              </a:ext>
            </a:extLst>
            <a:hlinkClick xmlns:r="http://schemas.openxmlformats.org/officeDocument/2006/relationships" xmlns:a="http://schemas.openxmlformats.org/drawingml/2006/main" r:id="Rff195bbdaf8b48b7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920951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70">
            <a:extLst xmlns:a="http://schemas.openxmlformats.org/drawingml/2006/main">
              <a:ext uri="{FF2B5EF4-FFF2-40B4-BE49-F238E27FC236}">
                <a16:creationId xmlns:a16="http://schemas.microsoft.com/office/drawing/2014/main" id="{7C20B806-5FA1-4253-B22C-70442407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‫שבוע בטלפון ובאפליקציה‬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841CA-E0D8-4034-A898-4838905190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ce935ee9d41ea"/>
          <a:stretch xmlns:a="http://schemas.openxmlformats.org/drawingml/2006/main"/>
        </p:blipFill>
        <p:spPr>
          <a:xfrm xmlns:a="http://schemas.openxmlformats.org/drawingml/2006/main">
            <a:off x="2444472" y="1276350"/>
            <a:ext cx="2121457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71">
            <a:extLst xmlns:a="http://schemas.openxmlformats.org/drawingml/2006/main">
              <a:ext uri="{FF2B5EF4-FFF2-40B4-BE49-F238E27FC236}">
                <a16:creationId xmlns:a16="http://schemas.microsoft.com/office/drawing/2014/main" id="{27C70868-2CDC-4480-9693-9DC76A5E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72">
            <a:extLst xmlns:a="http://schemas.openxmlformats.org/drawingml/2006/main">
              <a:ext uri="{FF2B5EF4-FFF2-40B4-BE49-F238E27FC236}">
                <a16:creationId xmlns:a16="http://schemas.microsoft.com/office/drawing/2014/main" id="{84D1B590-B8B0-4609-AF45-BC8E01E1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‫שבעה ימים‬</a:t>
            </a:r>
          </a:p>
        </p:txBody>
      </p:sp>
      <p:sp>
        <p:nvSpPr>
          <p:cNvPr id="5" name="native-text-73">
            <a:extLst xmlns:a="http://schemas.openxmlformats.org/drawingml/2006/main">
              <a:ext uri="{FF2B5EF4-FFF2-40B4-BE49-F238E27FC236}">
                <a16:creationId xmlns:a16="http://schemas.microsoft.com/office/drawing/2014/main" id="{668F3481-72BC-456C-BB08-5FA71DA1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״שבוע״. מוצגות שבע קבוצות, אחת לכל יום בשבוע.‬</a:t>
            </a:r>
          </a:p>
        </p:txBody>
      </p:sp>
      <p:sp>
        <p:nvSpPr>
          <p:cNvPr id="6" name="native-text-74">
            <a:extLst xmlns:a="http://schemas.openxmlformats.org/drawingml/2006/main">
              <a:ext uri="{FF2B5EF4-FFF2-40B4-BE49-F238E27FC236}">
                <a16:creationId xmlns:a16="http://schemas.microsoft.com/office/drawing/2014/main" id="{41417D3A-222C-4D68-8ABB-351CE01C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‫שתי פגישות ראשונות‬</a:t>
            </a:r>
          </a:p>
        </p:txBody>
      </p:sp>
      <p:sp>
        <p:nvSpPr>
          <p:cNvPr id="7" name="native-text-75">
            <a:extLst xmlns:a="http://schemas.openxmlformats.org/drawingml/2006/main">
              <a:ext uri="{FF2B5EF4-FFF2-40B4-BE49-F238E27FC236}">
                <a16:creationId xmlns:a16="http://schemas.microsoft.com/office/drawing/2014/main" id="{71EA9CC7-2334-4297-84E8-BBBFD3F4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‫בכל יום רואים את שני האירועים הראשונים. לחיצה על אירוע פותחת אותו.‬</a:t>
            </a:r>
          </a:p>
        </p:txBody>
      </p:sp>
      <p:sp>
        <p:nvSpPr>
          <p:cNvPr id="8" name="native-text-76">
            <a:extLst xmlns:a="http://schemas.openxmlformats.org/drawingml/2006/main">
              <a:ext uri="{FF2B5EF4-FFF2-40B4-BE49-F238E27FC236}">
                <a16:creationId xmlns:a16="http://schemas.microsoft.com/office/drawing/2014/main" id="{03390962-4F0A-41E1-8698-3A3DEE8C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‫שאר האירועים‬</a:t>
            </a:r>
          </a:p>
        </p:txBody>
      </p:sp>
      <p:sp>
        <p:nvSpPr>
          <p:cNvPr id="9" name="native-text-77">
            <a:extLst xmlns:a="http://schemas.openxmlformats.org/drawingml/2006/main">
              <a:ext uri="{FF2B5EF4-FFF2-40B4-BE49-F238E27FC236}">
                <a16:creationId xmlns:a16="http://schemas.microsoft.com/office/drawing/2014/main" id="{7FEDF10C-71FF-4E57-AD5D-E9B760A4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‫״עוד אירועים · פתיחת היום״ או כותרת היום פותחים את אותו יום ואת הרשימה המלאה.‬</a:t>
            </a:r>
          </a:p>
        </p:txBody>
      </p:sp>
      <p:sp>
        <p:nvSpPr>
          <p:cNvPr id="10" name="native-text-78">
            <a:extLst xmlns:a="http://schemas.openxmlformats.org/drawingml/2006/main">
              <a:ext uri="{FF2B5EF4-FFF2-40B4-BE49-F238E27FC236}">
                <a16:creationId xmlns:a16="http://schemas.microsoft.com/office/drawing/2014/main" id="{7059EA98-C362-4962-97FF-481AD1DF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‫זו סקירה של כל השבוע. תצוגת יום מציגה יום אחד עם כל האירועים שלו.‬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82EAF-8E16-4A3E-9D71-CBADC533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79">
            <a:extLst xmlns:a="http://schemas.openxmlformats.org/drawingml/2006/main">
              <a:ext uri="{FF2B5EF4-FFF2-40B4-BE49-F238E27FC236}">
                <a16:creationId xmlns:a16="http://schemas.microsoft.com/office/drawing/2014/main" id="{66046527-D52B-4904-82D9-6D5BF522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07</a:t>
            </a:r>
          </a:p>
        </p:txBody>
      </p:sp>
      <p:sp>
        <p:nvSpPr>
          <p:cNvPr id="13" name="native-text-80">
            <a:extLst xmlns:a="http://schemas.openxmlformats.org/drawingml/2006/main">
              <a:ext uri="{FF2B5EF4-FFF2-40B4-BE49-F238E27FC236}">
                <a16:creationId xmlns:a16="http://schemas.microsoft.com/office/drawing/2014/main" id="{3583AB21-7754-4A9D-947C-D202DA04E49E}"/>
              </a:ext>
            </a:extLst>
            <a:hlinkClick xmlns:r="http://schemas.openxmlformats.org/officeDocument/2006/relationships" xmlns:a="http://schemas.openxmlformats.org/drawingml/2006/main" r:id="Ra026785a1b954ae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8766653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81">
            <a:extLst xmlns:a="http://schemas.openxmlformats.org/drawingml/2006/main">
              <a:ext uri="{FF2B5EF4-FFF2-40B4-BE49-F238E27FC236}">
                <a16:creationId xmlns:a16="http://schemas.microsoft.com/office/drawing/2014/main" id="{8CC5C250-0F8A-4085-980C-C1020935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‫חודש במחשב‬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378E2-7337-446A-B5F5-C2387F2221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9a5f0886c4dce"/>
          <a:stretch xmlns:a="http://schemas.openxmlformats.org/drawingml/2006/main"/>
        </p:blipFill>
        <p:spPr>
          <a:xfrm xmlns:a="http://schemas.openxmlformats.org/drawingml/2006/main">
            <a:off x="609600" y="1688972"/>
            <a:ext cx="5791200" cy="3765807"/>
          </a:xfrm>
          <a:prstGeom xmlns:a="http://schemas.openxmlformats.org/drawingml/2006/main" prst="rect">
            <a:avLst/>
          </a:prstGeom>
        </p:spPr>
      </p:pic>
      <p:sp>
        <p:nvSpPr>
          <p:cNvPr id="3" name="native-text-82">
            <a:extLst xmlns:a="http://schemas.openxmlformats.org/drawingml/2006/main">
              <a:ext uri="{FF2B5EF4-FFF2-40B4-BE49-F238E27FC236}">
                <a16:creationId xmlns:a16="http://schemas.microsoft.com/office/drawing/2014/main" id="{075D305F-21ED-4697-9152-5B9A2C2E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83">
            <a:extLst xmlns:a="http://schemas.openxmlformats.org/drawingml/2006/main">
              <a:ext uri="{FF2B5EF4-FFF2-40B4-BE49-F238E27FC236}">
                <a16:creationId xmlns:a16="http://schemas.microsoft.com/office/drawing/2014/main" id="{35264965-F637-4FEB-BA70-02910195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‫רשת החודש‬</a:t>
            </a:r>
          </a:p>
        </p:txBody>
      </p:sp>
      <p:sp>
        <p:nvSpPr>
          <p:cNvPr id="5" name="native-text-84">
            <a:extLst xmlns:a="http://schemas.openxmlformats.org/drawingml/2006/main">
              <a:ext uri="{FF2B5EF4-FFF2-40B4-BE49-F238E27FC236}">
                <a16:creationId xmlns:a16="http://schemas.microsoft.com/office/drawing/2014/main" id="{0CCD1BD1-BF8A-4696-B4DF-A51C8120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״חודש״. התאריכים מופיעים ברשת חודשית.‬</a:t>
            </a:r>
          </a:p>
        </p:txBody>
      </p:sp>
      <p:sp>
        <p:nvSpPr>
          <p:cNvPr id="6" name="native-text-85">
            <a:extLst xmlns:a="http://schemas.openxmlformats.org/drawingml/2006/main">
              <a:ext uri="{FF2B5EF4-FFF2-40B4-BE49-F238E27FC236}">
                <a16:creationId xmlns:a16="http://schemas.microsoft.com/office/drawing/2014/main" id="{A68115C6-4EAB-4208-84ED-59E6B6FD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תאריך‬</a:t>
            </a:r>
          </a:p>
        </p:txBody>
      </p:sp>
      <p:sp>
        <p:nvSpPr>
          <p:cNvPr id="7" name="native-text-86">
            <a:extLst xmlns:a="http://schemas.openxmlformats.org/drawingml/2006/main">
              <a:ext uri="{FF2B5EF4-FFF2-40B4-BE49-F238E27FC236}">
                <a16:creationId xmlns:a16="http://schemas.microsoft.com/office/drawing/2014/main" id="{F2742C7B-94A8-4944-9794-64E65BB3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יום כדי לראות את האירועים שלו ברשימה שמתחת ללוח.‬</a:t>
            </a:r>
          </a:p>
        </p:txBody>
      </p:sp>
      <p:sp>
        <p:nvSpPr>
          <p:cNvPr id="8" name="native-text-87">
            <a:extLst xmlns:a="http://schemas.openxmlformats.org/drawingml/2006/main">
              <a:ext uri="{FF2B5EF4-FFF2-40B4-BE49-F238E27FC236}">
                <a16:creationId xmlns:a16="http://schemas.microsoft.com/office/drawing/2014/main" id="{0D9E80CA-EAC5-4259-BACB-B92BBE8E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‫יום עמוס‬</a:t>
            </a:r>
          </a:p>
        </p:txBody>
      </p:sp>
      <p:sp>
        <p:nvSpPr>
          <p:cNvPr id="9" name="native-text-88">
            <a:extLst xmlns:a="http://schemas.openxmlformats.org/drawingml/2006/main">
              <a:ext uri="{FF2B5EF4-FFF2-40B4-BE49-F238E27FC236}">
                <a16:creationId xmlns:a16="http://schemas.microsoft.com/office/drawing/2014/main" id="{EFF8E0CC-6B5C-4294-A34B-66B845BB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‫כשאין מקום לכל האירועים בתא, פותחים את רשימת האירועים הנוספים או בוחרים את היום.‬</a:t>
            </a:r>
          </a:p>
        </p:txBody>
      </p:sp>
      <p:sp>
        <p:nvSpPr>
          <p:cNvPr id="10" name="native-text-89">
            <a:extLst xmlns:a="http://schemas.openxmlformats.org/drawingml/2006/main">
              <a:ext uri="{FF2B5EF4-FFF2-40B4-BE49-F238E27FC236}">
                <a16:creationId xmlns:a16="http://schemas.microsoft.com/office/drawing/2014/main" id="{6C8DFE57-545C-4999-B471-086A3E0F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‫בחירת אירוע פותחת את טופס האירוע. בחירת יום מציגה את אירועי אותו יום.‬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C0F3A-C3EF-4BD1-B158-0AEE8814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90">
            <a:extLst xmlns:a="http://schemas.openxmlformats.org/drawingml/2006/main">
              <a:ext uri="{FF2B5EF4-FFF2-40B4-BE49-F238E27FC236}">
                <a16:creationId xmlns:a16="http://schemas.microsoft.com/office/drawing/2014/main" id="{17864152-450B-4A7E-A305-A7F0A64C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08</a:t>
            </a:r>
          </a:p>
        </p:txBody>
      </p:sp>
      <p:sp>
        <p:nvSpPr>
          <p:cNvPr id="13" name="native-text-91">
            <a:extLst xmlns:a="http://schemas.openxmlformats.org/drawingml/2006/main">
              <a:ext uri="{FF2B5EF4-FFF2-40B4-BE49-F238E27FC236}">
                <a16:creationId xmlns:a16="http://schemas.microsoft.com/office/drawing/2014/main" id="{7290B3FF-E999-40C1-A8E0-939A3958CC88}"/>
              </a:ext>
            </a:extLst>
            <a:hlinkClick xmlns:r="http://schemas.openxmlformats.org/officeDocument/2006/relationships" xmlns:a="http://schemas.openxmlformats.org/drawingml/2006/main" r:id="R87463c86f2464a7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217982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92">
            <a:extLst xmlns:a="http://schemas.openxmlformats.org/drawingml/2006/main">
              <a:ext uri="{FF2B5EF4-FFF2-40B4-BE49-F238E27FC236}">
                <a16:creationId xmlns:a16="http://schemas.microsoft.com/office/drawing/2014/main" id="{E46CEFC1-17F1-4B65-82B4-22D19B19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‫חודש בטלפון ובאפליקציה‬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91E40-5522-4731-91DD-714B039BE9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533a733544ba0"/>
          <a:stretch xmlns:a="http://schemas.openxmlformats.org/drawingml/2006/main"/>
        </p:blipFill>
        <p:spPr>
          <a:xfrm xmlns:a="http://schemas.openxmlformats.org/drawingml/2006/main">
            <a:off x="2444472" y="1276350"/>
            <a:ext cx="2121457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93">
            <a:extLst xmlns:a="http://schemas.openxmlformats.org/drawingml/2006/main">
              <a:ext uri="{FF2B5EF4-FFF2-40B4-BE49-F238E27FC236}">
                <a16:creationId xmlns:a16="http://schemas.microsoft.com/office/drawing/2014/main" id="{1AA0E565-99FE-4129-8CBF-1978A981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94">
            <a:extLst xmlns:a="http://schemas.openxmlformats.org/drawingml/2006/main">
              <a:ext uri="{FF2B5EF4-FFF2-40B4-BE49-F238E27FC236}">
                <a16:creationId xmlns:a16="http://schemas.microsoft.com/office/drawing/2014/main" id="{93C7C136-B3F9-4478-81A3-0064D683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‫מבט חודשי‬</a:t>
            </a:r>
          </a:p>
        </p:txBody>
      </p:sp>
      <p:sp>
        <p:nvSpPr>
          <p:cNvPr id="5" name="native-text-95">
            <a:extLst xmlns:a="http://schemas.openxmlformats.org/drawingml/2006/main">
              <a:ext uri="{FF2B5EF4-FFF2-40B4-BE49-F238E27FC236}">
                <a16:creationId xmlns:a16="http://schemas.microsoft.com/office/drawing/2014/main" id="{02441697-917C-4A44-9F95-BBBD5814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״חודש״. בכל יום מופיעים מספר האירועים והסימונים המתאימים.‬</a:t>
            </a:r>
          </a:p>
        </p:txBody>
      </p:sp>
      <p:sp>
        <p:nvSpPr>
          <p:cNvPr id="6" name="native-text-96">
            <a:extLst xmlns:a="http://schemas.openxmlformats.org/drawingml/2006/main">
              <a:ext uri="{FF2B5EF4-FFF2-40B4-BE49-F238E27FC236}">
                <a16:creationId xmlns:a16="http://schemas.microsoft.com/office/drawing/2014/main" id="{ACD69805-5E5D-4DB3-A7EC-7F45CAB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יום‬</a:t>
            </a:r>
          </a:p>
        </p:txBody>
      </p:sp>
      <p:sp>
        <p:nvSpPr>
          <p:cNvPr id="7" name="native-text-97">
            <a:extLst xmlns:a="http://schemas.openxmlformats.org/drawingml/2006/main">
              <a:ext uri="{FF2B5EF4-FFF2-40B4-BE49-F238E27FC236}">
                <a16:creationId xmlns:a16="http://schemas.microsoft.com/office/drawing/2014/main" id="{ACE2E89A-52B1-4714-A9A4-35DA6F28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תאריך. מתחת לרשת מופיעה הרשימה המלאה של אותו יום.‬</a:t>
            </a:r>
          </a:p>
        </p:txBody>
      </p:sp>
      <p:sp>
        <p:nvSpPr>
          <p:cNvPr id="8" name="native-text-98">
            <a:extLst xmlns:a="http://schemas.openxmlformats.org/drawingml/2006/main">
              <a:ext uri="{FF2B5EF4-FFF2-40B4-BE49-F238E27FC236}">
                <a16:creationId xmlns:a16="http://schemas.microsoft.com/office/drawing/2014/main" id="{EFE45C3A-DCF2-4733-81C8-7C78FB77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‫פתיחת אירוע‬</a:t>
            </a:r>
          </a:p>
        </p:txBody>
      </p:sp>
      <p:sp>
        <p:nvSpPr>
          <p:cNvPr id="9" name="native-text-99">
            <a:extLst xmlns:a="http://schemas.openxmlformats.org/drawingml/2006/main">
              <a:ext uri="{FF2B5EF4-FFF2-40B4-BE49-F238E27FC236}">
                <a16:creationId xmlns:a16="http://schemas.microsoft.com/office/drawing/2014/main" id="{CB0543A9-AE60-4D9F-AF3E-1F887C22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‫גוללים לרשימה ולוחצים על הכרטיס שרוצים לפתוח.‬</a:t>
            </a:r>
          </a:p>
        </p:txBody>
      </p:sp>
      <p:sp>
        <p:nvSpPr>
          <p:cNvPr id="10" name="native-text-100">
            <a:extLst xmlns:a="http://schemas.openxmlformats.org/drawingml/2006/main">
              <a:ext uri="{FF2B5EF4-FFF2-40B4-BE49-F238E27FC236}">
                <a16:creationId xmlns:a16="http://schemas.microsoft.com/office/drawing/2014/main" id="{C0B576C5-11A9-4C60-B8D8-E7D85B4E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‫כך רואים את עומס החודש בלי לדחוס כותרות ארוכות לתאים קטנים.‬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835C2-A44A-44F4-994D-C9540680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01">
            <a:extLst xmlns:a="http://schemas.openxmlformats.org/drawingml/2006/main">
              <a:ext uri="{FF2B5EF4-FFF2-40B4-BE49-F238E27FC236}">
                <a16:creationId xmlns:a16="http://schemas.microsoft.com/office/drawing/2014/main" id="{7AA76A96-4C96-4809-B291-BAD95768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09</a:t>
            </a:r>
          </a:p>
        </p:txBody>
      </p:sp>
      <p:sp>
        <p:nvSpPr>
          <p:cNvPr id="13" name="native-text-102">
            <a:extLst xmlns:a="http://schemas.openxmlformats.org/drawingml/2006/main">
              <a:ext uri="{FF2B5EF4-FFF2-40B4-BE49-F238E27FC236}">
                <a16:creationId xmlns:a16="http://schemas.microsoft.com/office/drawing/2014/main" id="{61D4602F-A20A-4B55-9312-3DF824577820}"/>
              </a:ext>
            </a:extLst>
            <a:hlinkClick xmlns:r="http://schemas.openxmlformats.org/officeDocument/2006/relationships" xmlns:a="http://schemas.openxmlformats.org/drawingml/2006/main" r:id="Rbd0f60898ec7472a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527497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03">
            <a:extLst xmlns:a="http://schemas.openxmlformats.org/drawingml/2006/main">
              <a:ext uri="{FF2B5EF4-FFF2-40B4-BE49-F238E27FC236}">
                <a16:creationId xmlns:a16="http://schemas.microsoft.com/office/drawing/2014/main" id="{32F3AA39-432A-4CD7-966B-88751CB5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‫ניווט ורענון היומן‬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0C57E-E9D3-4C47-9257-ECB885C01A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69366145c4120"/>
          <a:stretch xmlns:a="http://schemas.openxmlformats.org/drawingml/2006/main"/>
        </p:blipFill>
        <p:spPr>
          <a:xfrm xmlns:a="http://schemas.openxmlformats.org/drawingml/2006/main">
            <a:off x="609600" y="3168137"/>
            <a:ext cx="5791200" cy="807476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04">
            <a:extLst xmlns:a="http://schemas.openxmlformats.org/drawingml/2006/main">
              <a:ext uri="{FF2B5EF4-FFF2-40B4-BE49-F238E27FC236}">
                <a16:creationId xmlns:a16="http://schemas.microsoft.com/office/drawing/2014/main" id="{7875C397-6C89-40DD-9E45-1AA3B402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05">
            <a:extLst xmlns:a="http://schemas.openxmlformats.org/drawingml/2006/main">
              <a:ext uri="{FF2B5EF4-FFF2-40B4-BE49-F238E27FC236}">
                <a16:creationId xmlns:a16="http://schemas.microsoft.com/office/drawing/2014/main" id="{81F23A49-DF6A-4C45-839D-44FE3BB9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‫הקודם, הבא והיום‬</a:t>
            </a:r>
          </a:p>
        </p:txBody>
      </p:sp>
      <p:sp>
        <p:nvSpPr>
          <p:cNvPr id="5" name="native-text-106">
            <a:extLst xmlns:a="http://schemas.openxmlformats.org/drawingml/2006/main">
              <a:ext uri="{FF2B5EF4-FFF2-40B4-BE49-F238E27FC236}">
                <a16:creationId xmlns:a16="http://schemas.microsoft.com/office/drawing/2014/main" id="{67073861-3C20-4429-BC79-DB9E9AAC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‫החצים עוברים ביום, בשבוע או בחודש לפי התצוגה. ״היום״ מחזיר לתאריך הנוכחי.‬</a:t>
            </a:r>
          </a:p>
        </p:txBody>
      </p:sp>
      <p:sp>
        <p:nvSpPr>
          <p:cNvPr id="6" name="native-text-107">
            <a:extLst xmlns:a="http://schemas.openxmlformats.org/drawingml/2006/main">
              <a:ext uri="{FF2B5EF4-FFF2-40B4-BE49-F238E27FC236}">
                <a16:creationId xmlns:a16="http://schemas.microsoft.com/office/drawing/2014/main" id="{E9F186D3-B97C-493D-A1D6-F965F6DE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‫רענון והגדלה‬</a:t>
            </a:r>
          </a:p>
        </p:txBody>
      </p:sp>
      <p:sp>
        <p:nvSpPr>
          <p:cNvPr id="7" name="native-text-108">
            <a:extLst xmlns:a="http://schemas.openxmlformats.org/drawingml/2006/main">
              <a:ext uri="{FF2B5EF4-FFF2-40B4-BE49-F238E27FC236}">
                <a16:creationId xmlns:a16="http://schemas.microsoft.com/office/drawing/2014/main" id="{AF056561-AA94-4880-936C-27480519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‫כפתור הרענון טוען מידע עדכני. ״הגדל יומן״ ו״צמצם יומן״ משנים את שטח התצוגה.‬</a:t>
            </a:r>
          </a:p>
        </p:txBody>
      </p:sp>
      <p:sp>
        <p:nvSpPr>
          <p:cNvPr id="8" name="native-text-109">
            <a:extLst xmlns:a="http://schemas.openxmlformats.org/drawingml/2006/main">
              <a:ext uri="{FF2B5EF4-FFF2-40B4-BE49-F238E27FC236}">
                <a16:creationId xmlns:a16="http://schemas.microsoft.com/office/drawing/2014/main" id="{9F439D0D-1033-4C7C-AFE8-33D0F75A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‫רשימה או שעות‬</a:t>
            </a:r>
          </a:p>
        </p:txBody>
      </p:sp>
      <p:sp>
        <p:nvSpPr>
          <p:cNvPr id="9" name="native-text-110">
            <a:extLst xmlns:a="http://schemas.openxmlformats.org/drawingml/2006/main">
              <a:ext uri="{FF2B5EF4-FFF2-40B4-BE49-F238E27FC236}">
                <a16:creationId xmlns:a16="http://schemas.microsoft.com/office/drawing/2014/main" id="{B9E3804A-3D3A-4D33-B659-CB6F8D9D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‫בתצוגת יום אפשר לעבור בין ״רשימת פגישות״ ל״לוח שעות״. בלוח שעות אפשר לבחור טווח ולהזיז אירועים.‬</a:t>
            </a:r>
          </a:p>
        </p:txBody>
      </p:sp>
      <p:sp>
        <p:nvSpPr>
          <p:cNvPr id="10" name="native-text-111">
            <a:extLst xmlns:a="http://schemas.openxmlformats.org/drawingml/2006/main">
              <a:ext uri="{FF2B5EF4-FFF2-40B4-BE49-F238E27FC236}">
                <a16:creationId xmlns:a16="http://schemas.microsoft.com/office/drawing/2014/main" id="{51FA3A13-23D1-4A14-BB8B-2A4BC4C6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‫אם רענון נכשל, האירועים שכבר הוצגו נשארים על המסך ומופיעה אפשרות לניסיון נוסף.‬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D5E86-D391-4FCD-B46F-DEACA64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12">
            <a:extLst xmlns:a="http://schemas.openxmlformats.org/drawingml/2006/main">
              <a:ext uri="{FF2B5EF4-FFF2-40B4-BE49-F238E27FC236}">
                <a16:creationId xmlns:a16="http://schemas.microsoft.com/office/drawing/2014/main" id="{3F5A80C0-C7A7-411A-A8DC-ADB71268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10</a:t>
            </a:r>
          </a:p>
        </p:txBody>
      </p:sp>
      <p:sp>
        <p:nvSpPr>
          <p:cNvPr id="13" name="native-text-113">
            <a:extLst xmlns:a="http://schemas.openxmlformats.org/drawingml/2006/main">
              <a:ext uri="{FF2B5EF4-FFF2-40B4-BE49-F238E27FC236}">
                <a16:creationId xmlns:a16="http://schemas.microsoft.com/office/drawing/2014/main" id="{3D75CF24-04F2-4C3B-9366-EC5FBF6936B2}"/>
              </a:ext>
            </a:extLst>
            <a:hlinkClick xmlns:r="http://schemas.openxmlformats.org/officeDocument/2006/relationships" xmlns:a="http://schemas.openxmlformats.org/drawingml/2006/main" r:id="R2cd40f741e8b446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9174133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14">
            <a:extLst xmlns:a="http://schemas.openxmlformats.org/drawingml/2006/main">
              <a:ext uri="{FF2B5EF4-FFF2-40B4-BE49-F238E27FC236}">
                <a16:creationId xmlns:a16="http://schemas.microsoft.com/office/drawing/2014/main" id="{84F53DA0-B175-4A87-8156-E8DBB69B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‫אירועים קרובים במסך הבית‬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DF4AB-B311-4D16-89CE-AFA7477A34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5caac347e46fd"/>
          <a:stretch xmlns:a="http://schemas.openxmlformats.org/drawingml/2006/main"/>
        </p:blipFill>
        <p:spPr>
          <a:xfrm xmlns:a="http://schemas.openxmlformats.org/drawingml/2006/main">
            <a:off x="609600" y="1871732"/>
            <a:ext cx="5791200" cy="3400286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15">
            <a:extLst xmlns:a="http://schemas.openxmlformats.org/drawingml/2006/main">
              <a:ext uri="{FF2B5EF4-FFF2-40B4-BE49-F238E27FC236}">
                <a16:creationId xmlns:a16="http://schemas.microsoft.com/office/drawing/2014/main" id="{3A82C492-E5F4-4198-97BC-A5A5C4EE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16">
            <a:extLst xmlns:a="http://schemas.openxmlformats.org/drawingml/2006/main">
              <a:ext uri="{FF2B5EF4-FFF2-40B4-BE49-F238E27FC236}">
                <a16:creationId xmlns:a16="http://schemas.microsoft.com/office/drawing/2014/main" id="{7356FDF2-84E4-4C7A-8E74-4DFF29DB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‫היום ומחר‬</a:t>
            </a:r>
          </a:p>
        </p:txBody>
      </p:sp>
      <p:sp>
        <p:nvSpPr>
          <p:cNvPr id="5" name="native-text-117">
            <a:extLst xmlns:a="http://schemas.openxmlformats.org/drawingml/2006/main">
              <a:ext uri="{FF2B5EF4-FFF2-40B4-BE49-F238E27FC236}">
                <a16:creationId xmlns:a16="http://schemas.microsoft.com/office/drawing/2014/main" id="{EF5595C2-2100-42BB-9C70-F276ECE7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‫במסך הבית מופיעה רשימת האירועים הקרובים, עם שעה, מנהלים ומיקום.‬</a:t>
            </a:r>
          </a:p>
        </p:txBody>
      </p:sp>
      <p:sp>
        <p:nvSpPr>
          <p:cNvPr id="6" name="native-text-118">
            <a:extLst xmlns:a="http://schemas.openxmlformats.org/drawingml/2006/main">
              <a:ext uri="{FF2B5EF4-FFF2-40B4-BE49-F238E27FC236}">
                <a16:creationId xmlns:a16="http://schemas.microsoft.com/office/drawing/2014/main" id="{6F23DD5F-D986-4706-95AE-532ED732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‫אירוע עם תיק‬</a:t>
            </a:r>
          </a:p>
        </p:txBody>
      </p:sp>
      <p:sp>
        <p:nvSpPr>
          <p:cNvPr id="7" name="native-text-119">
            <a:extLst xmlns:a="http://schemas.openxmlformats.org/drawingml/2006/main">
              <a:ext uri="{FF2B5EF4-FFF2-40B4-BE49-F238E27FC236}">
                <a16:creationId xmlns:a16="http://schemas.microsoft.com/office/drawing/2014/main" id="{54A9904B-C9ED-4AD6-8D0C-854EECF3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‫לחיצה על אירוע שמקושר לתיק פותחת את התיק הקשור.‬</a:t>
            </a:r>
          </a:p>
        </p:txBody>
      </p:sp>
      <p:sp>
        <p:nvSpPr>
          <p:cNvPr id="8" name="native-text-120">
            <a:extLst xmlns:a="http://schemas.openxmlformats.org/drawingml/2006/main">
              <a:ext uri="{FF2B5EF4-FFF2-40B4-BE49-F238E27FC236}">
                <a16:creationId xmlns:a16="http://schemas.microsoft.com/office/drawing/2014/main" id="{444ED9D0-DB75-4B1F-A425-C3EBA54A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‫פתיחת היומן‬</a:t>
            </a:r>
          </a:p>
        </p:txBody>
      </p:sp>
      <p:sp>
        <p:nvSpPr>
          <p:cNvPr id="9" name="native-text-121">
            <a:extLst xmlns:a="http://schemas.openxmlformats.org/drawingml/2006/main">
              <a:ext uri="{FF2B5EF4-FFF2-40B4-BE49-F238E27FC236}">
                <a16:creationId xmlns:a16="http://schemas.microsoft.com/office/drawing/2014/main" id="{D787A2D4-667E-45D7-8598-FAAC8C76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‫״פתח יומן״ מעביר ליומן המלא. שם אפשר לפתוח את טופס האירוע ולעדכן את הפגישה.‬</a:t>
            </a:r>
          </a:p>
        </p:txBody>
      </p:sp>
      <p:sp>
        <p:nvSpPr>
          <p:cNvPr id="10" name="native-text-122">
            <a:extLst xmlns:a="http://schemas.openxmlformats.org/drawingml/2006/main">
              <a:ext uri="{FF2B5EF4-FFF2-40B4-BE49-F238E27FC236}">
                <a16:creationId xmlns:a16="http://schemas.microsoft.com/office/drawing/2014/main" id="{90316EC2-7ABD-4757-B1AE-87D390D6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‫שמות ותמונות המנהלים מוצגים גם ברשימה הקומפקטית של מסך הבית.‬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4D626-12DC-4D5E-8A01-FA15EA17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23">
            <a:extLst xmlns:a="http://schemas.openxmlformats.org/drawingml/2006/main">
              <a:ext uri="{FF2B5EF4-FFF2-40B4-BE49-F238E27FC236}">
                <a16:creationId xmlns:a16="http://schemas.microsoft.com/office/drawing/2014/main" id="{23A5C066-4685-4E28-BC54-6AE239A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11</a:t>
            </a:r>
          </a:p>
        </p:txBody>
      </p:sp>
      <p:sp>
        <p:nvSpPr>
          <p:cNvPr id="13" name="native-text-124">
            <a:extLst xmlns:a="http://schemas.openxmlformats.org/drawingml/2006/main">
              <a:ext uri="{FF2B5EF4-FFF2-40B4-BE49-F238E27FC236}">
                <a16:creationId xmlns:a16="http://schemas.microsoft.com/office/drawing/2014/main" id="{E839C08D-63F7-42EF-BEB7-413F7F697742}"/>
              </a:ext>
            </a:extLst>
            <a:hlinkClick xmlns:r="http://schemas.openxmlformats.org/officeDocument/2006/relationships" xmlns:a="http://schemas.openxmlformats.org/drawingml/2006/main" r:id="Rcbb1c521dcd3448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2575615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25">
            <a:extLst xmlns:a="http://schemas.openxmlformats.org/drawingml/2006/main">
              <a:ext uri="{FF2B5EF4-FFF2-40B4-BE49-F238E27FC236}">
                <a16:creationId xmlns:a16="http://schemas.microsoft.com/office/drawing/2014/main" id="{EADDACFD-79CD-4BE8-ABF1-6E480EDF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‫חיפוש וסינון‬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9EEB7-1B2F-40A6-8EBB-30A0510225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33f755b4346a2"/>
          <a:stretch xmlns:a="http://schemas.openxmlformats.org/drawingml/2006/main"/>
        </p:blipFill>
        <p:spPr>
          <a:xfrm xmlns:a="http://schemas.openxmlformats.org/drawingml/2006/main">
            <a:off x="609600" y="1636625"/>
            <a:ext cx="5791200" cy="3870501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26">
            <a:extLst xmlns:a="http://schemas.openxmlformats.org/drawingml/2006/main">
              <a:ext uri="{FF2B5EF4-FFF2-40B4-BE49-F238E27FC236}">
                <a16:creationId xmlns:a16="http://schemas.microsoft.com/office/drawing/2014/main" id="{8A38A3B0-9C26-4BC6-9D85-E8535EAA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27">
            <a:extLst xmlns:a="http://schemas.openxmlformats.org/drawingml/2006/main">
              <a:ext uri="{FF2B5EF4-FFF2-40B4-BE49-F238E27FC236}">
                <a16:creationId xmlns:a16="http://schemas.microsoft.com/office/drawing/2014/main" id="{1A431B8F-55BC-4ABF-9AE2-95C74461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‫חיפוש חופשי‬</a:t>
            </a:r>
          </a:p>
        </p:txBody>
      </p:sp>
      <p:sp>
        <p:nvSpPr>
          <p:cNvPr id="5" name="native-text-128">
            <a:extLst xmlns:a="http://schemas.openxmlformats.org/drawingml/2006/main">
              <a:ext uri="{FF2B5EF4-FFF2-40B4-BE49-F238E27FC236}">
                <a16:creationId xmlns:a16="http://schemas.microsoft.com/office/drawing/2014/main" id="{BDFFE4E7-2857-4499-8347-FCBBAB3B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‫מקלידים שם פגישה, מנהל, לקוח, תיק או מיקום בשדה החיפוש.‬</a:t>
            </a:r>
          </a:p>
        </p:txBody>
      </p:sp>
      <p:sp>
        <p:nvSpPr>
          <p:cNvPr id="6" name="native-text-129">
            <a:extLst xmlns:a="http://schemas.openxmlformats.org/drawingml/2006/main">
              <a:ext uri="{FF2B5EF4-FFF2-40B4-BE49-F238E27FC236}">
                <a16:creationId xmlns:a16="http://schemas.microsoft.com/office/drawing/2014/main" id="{79D1CEBD-FC64-4671-B2E2-E4991B26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‫סינון מתקדם‬</a:t>
            </a:r>
          </a:p>
        </p:txBody>
      </p:sp>
      <p:sp>
        <p:nvSpPr>
          <p:cNvPr id="7" name="native-text-130">
            <a:extLst xmlns:a="http://schemas.openxmlformats.org/drawingml/2006/main">
              <a:ext uri="{FF2B5EF4-FFF2-40B4-BE49-F238E27FC236}">
                <a16:creationId xmlns:a16="http://schemas.microsoft.com/office/drawing/2014/main" id="{B80E02FF-D134-4B19-BBD5-9570CCBF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‫פותחים ״סינון מתקדם״ ובוחרים את המסננים הזמינים: עובד, לקוח, תיק או סוג אירוע.‬</a:t>
            </a:r>
          </a:p>
        </p:txBody>
      </p:sp>
      <p:sp>
        <p:nvSpPr>
          <p:cNvPr id="8" name="native-text-131">
            <a:extLst xmlns:a="http://schemas.openxmlformats.org/drawingml/2006/main">
              <a:ext uri="{FF2B5EF4-FFF2-40B4-BE49-F238E27FC236}">
                <a16:creationId xmlns:a16="http://schemas.microsoft.com/office/drawing/2014/main" id="{7AEB0125-AC02-43B1-9C88-B16E0EB5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‫ניקוי הסינון‬</a:t>
            </a:r>
          </a:p>
        </p:txBody>
      </p:sp>
      <p:sp>
        <p:nvSpPr>
          <p:cNvPr id="9" name="native-text-132">
            <a:extLst xmlns:a="http://schemas.openxmlformats.org/drawingml/2006/main">
              <a:ext uri="{FF2B5EF4-FFF2-40B4-BE49-F238E27FC236}">
                <a16:creationId xmlns:a16="http://schemas.microsoft.com/office/drawing/2014/main" id="{6EB34D20-05DC-4C03-888E-9BF026E4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‫״נקה סינון״ מסיר את המסננים. בודקים גם שהחיפוש החופשי ריק ושנבחר היקף היומן הרצוי.‬</a:t>
            </a:r>
          </a:p>
        </p:txBody>
      </p:sp>
      <p:sp>
        <p:nvSpPr>
          <p:cNvPr id="10" name="native-text-133">
            <a:extLst xmlns:a="http://schemas.openxmlformats.org/drawingml/2006/main">
              <a:ext uri="{FF2B5EF4-FFF2-40B4-BE49-F238E27FC236}">
                <a16:creationId xmlns:a16="http://schemas.microsoft.com/office/drawing/2014/main" id="{2F36FC34-E3D5-4735-949C-E8FDC4A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‫אם אירוע אינו מופיע, בדקו קודם תאריך, היקף ומסננים פעילים.‬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E86AF-B29A-4A12-89F0-44529C3D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34">
            <a:extLst xmlns:a="http://schemas.openxmlformats.org/drawingml/2006/main">
              <a:ext uri="{FF2B5EF4-FFF2-40B4-BE49-F238E27FC236}">
                <a16:creationId xmlns:a16="http://schemas.microsoft.com/office/drawing/2014/main" id="{E3AD4506-7609-4E85-8CAB-5E64C8BD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12</a:t>
            </a:r>
          </a:p>
        </p:txBody>
      </p:sp>
      <p:sp>
        <p:nvSpPr>
          <p:cNvPr id="13" name="native-text-135">
            <a:extLst xmlns:a="http://schemas.openxmlformats.org/drawingml/2006/main">
              <a:ext uri="{FF2B5EF4-FFF2-40B4-BE49-F238E27FC236}">
                <a16:creationId xmlns:a16="http://schemas.microsoft.com/office/drawing/2014/main" id="{798DA92B-619B-4463-9ED3-DEBC9059A06E}"/>
              </a:ext>
            </a:extLst>
            <a:hlinkClick xmlns:r="http://schemas.openxmlformats.org/officeDocument/2006/relationships" xmlns:a="http://schemas.openxmlformats.org/drawingml/2006/main" r:id="Reb552fcfcf0c4618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3189936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36">
            <a:extLst xmlns:a="http://schemas.openxmlformats.org/drawingml/2006/main">
              <a:ext uri="{FF2B5EF4-FFF2-40B4-BE49-F238E27FC236}">
                <a16:creationId xmlns:a16="http://schemas.microsoft.com/office/drawing/2014/main" id="{A10743F8-A298-456D-8714-002B557F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‫מנהלים, חפיפות וטקסט ארוך‬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065B0-ACE2-448A-8187-95F2CDD73B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8d95490c84fa6"/>
          <a:stretch xmlns:a="http://schemas.openxmlformats.org/drawingml/2006/main"/>
        </p:blipFill>
        <p:spPr>
          <a:xfrm xmlns:a="http://schemas.openxmlformats.org/drawingml/2006/main">
            <a:off x="609600" y="2615530"/>
            <a:ext cx="5791200" cy="191269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37">
            <a:extLst xmlns:a="http://schemas.openxmlformats.org/drawingml/2006/main">
              <a:ext uri="{FF2B5EF4-FFF2-40B4-BE49-F238E27FC236}">
                <a16:creationId xmlns:a16="http://schemas.microsoft.com/office/drawing/2014/main" id="{9FD39DAA-F0CF-4DAF-8CCB-0B25046E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38">
            <a:extLst xmlns:a="http://schemas.openxmlformats.org/drawingml/2006/main">
              <a:ext uri="{FF2B5EF4-FFF2-40B4-BE49-F238E27FC236}">
                <a16:creationId xmlns:a16="http://schemas.microsoft.com/office/drawing/2014/main" id="{5C6806F2-6156-4E6F-8D79-C2C57BD6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‫מי משתתף‬</a:t>
            </a:r>
          </a:p>
        </p:txBody>
      </p:sp>
      <p:sp>
        <p:nvSpPr>
          <p:cNvPr id="5" name="native-text-139">
            <a:extLst xmlns:a="http://schemas.openxmlformats.org/drawingml/2006/main">
              <a:ext uri="{FF2B5EF4-FFF2-40B4-BE49-F238E27FC236}">
                <a16:creationId xmlns:a16="http://schemas.microsoft.com/office/drawing/2014/main" id="{486EF984-8CFC-43FD-8731-6F812409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‫המנהלים המשויכים מופיעים בשם ובתמונה או בראשי תיבות. תמונה שלא נטענה מוחלפת בראשי תיבות.‬</a:t>
            </a:r>
          </a:p>
        </p:txBody>
      </p:sp>
      <p:sp>
        <p:nvSpPr>
          <p:cNvPr id="6" name="native-text-140">
            <a:extLst xmlns:a="http://schemas.openxmlformats.org/drawingml/2006/main">
              <a:ext uri="{FF2B5EF4-FFF2-40B4-BE49-F238E27FC236}">
                <a16:creationId xmlns:a16="http://schemas.microsoft.com/office/drawing/2014/main" id="{2B80BCB0-FEA0-45C2-B54C-EF1ED09D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‫חפיפה‬</a:t>
            </a:r>
          </a:p>
        </p:txBody>
      </p:sp>
      <p:sp>
        <p:nvSpPr>
          <p:cNvPr id="7" name="native-text-141">
            <a:extLst xmlns:a="http://schemas.openxmlformats.org/drawingml/2006/main">
              <a:ext uri="{FF2B5EF4-FFF2-40B4-BE49-F238E27FC236}">
                <a16:creationId xmlns:a16="http://schemas.microsoft.com/office/drawing/2014/main" id="{860A7462-D361-4ABA-950C-025CEDDF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‫פגישות במקביל מוצגות בנפרד. הודעת החפיפה מציינת מנהל שמשויך ליותר מאירוע אחד באותו זמן.‬</a:t>
            </a:r>
          </a:p>
        </p:txBody>
      </p:sp>
      <p:sp>
        <p:nvSpPr>
          <p:cNvPr id="8" name="native-text-142">
            <a:extLst xmlns:a="http://schemas.openxmlformats.org/drawingml/2006/main">
              <a:ext uri="{FF2B5EF4-FFF2-40B4-BE49-F238E27FC236}">
                <a16:creationId xmlns:a16="http://schemas.microsoft.com/office/drawing/2014/main" id="{51671D87-5393-4F8D-B929-436D8E13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‫הטקסט המלא‬</a:t>
            </a:r>
          </a:p>
        </p:txBody>
      </p:sp>
      <p:sp>
        <p:nvSpPr>
          <p:cNvPr id="9" name="native-text-143">
            <a:extLst xmlns:a="http://schemas.openxmlformats.org/drawingml/2006/main">
              <a:ext uri="{FF2B5EF4-FFF2-40B4-BE49-F238E27FC236}">
                <a16:creationId xmlns:a16="http://schemas.microsoft.com/office/drawing/2014/main" id="{67E34C6F-3094-4BD1-B11B-CABA5C0A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‫טקסט ארוך מתקצר רק בכרטיס. פותחים את האירוע כדי לקרוא ולעדכן את כל המידע.‬</a:t>
            </a:r>
          </a:p>
        </p:txBody>
      </p:sp>
      <p:sp>
        <p:nvSpPr>
          <p:cNvPr id="10" name="native-text-144">
            <a:extLst xmlns:a="http://schemas.openxmlformats.org/drawingml/2006/main">
              <a:ext uri="{FF2B5EF4-FFF2-40B4-BE49-F238E27FC236}">
                <a16:creationId xmlns:a16="http://schemas.microsoft.com/office/drawing/2014/main" id="{3AE0B10A-2907-4292-89F0-76FD83A2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‫צבע ותמונה מסייעים בזיהוי. בדקו גם את השמות, השעות והמשתתפים.‬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1D098-7B16-48A0-9411-CF14BEA8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45">
            <a:extLst xmlns:a="http://schemas.openxmlformats.org/drawingml/2006/main">
              <a:ext uri="{FF2B5EF4-FFF2-40B4-BE49-F238E27FC236}">
                <a16:creationId xmlns:a16="http://schemas.microsoft.com/office/drawing/2014/main" id="{D6853E57-1538-49CF-BEDB-0BC292F9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13</a:t>
            </a:r>
          </a:p>
        </p:txBody>
      </p:sp>
      <p:sp>
        <p:nvSpPr>
          <p:cNvPr id="13" name="native-text-146">
            <a:extLst xmlns:a="http://schemas.openxmlformats.org/drawingml/2006/main">
              <a:ext uri="{FF2B5EF4-FFF2-40B4-BE49-F238E27FC236}">
                <a16:creationId xmlns:a16="http://schemas.microsoft.com/office/drawing/2014/main" id="{B321413D-2B7B-4D35-B2A1-0D86AB7CFDD2}"/>
              </a:ext>
            </a:extLst>
            <a:hlinkClick xmlns:r="http://schemas.openxmlformats.org/officeDocument/2006/relationships" xmlns:a="http://schemas.openxmlformats.org/drawingml/2006/main" r:id="R7b5ed92ea05740d8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20624814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47">
            <a:extLst xmlns:a="http://schemas.openxmlformats.org/drawingml/2006/main">
              <a:ext uri="{FF2B5EF4-FFF2-40B4-BE49-F238E27FC236}">
                <a16:creationId xmlns:a16="http://schemas.microsoft.com/office/drawing/2014/main" id="{4AB15451-350A-49F1-A70F-65DAFFEF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‫הוספת אירוע חדש‬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02859-ECC2-4692-AE46-58AD529E4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c2a14dd0740aa"/>
          <a:stretch xmlns:a="http://schemas.openxmlformats.org/drawingml/2006/main"/>
        </p:blipFill>
        <p:spPr>
          <a:xfrm xmlns:a="http://schemas.openxmlformats.org/drawingml/2006/main">
            <a:off x="1260421" y="1276350"/>
            <a:ext cx="4489557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48">
            <a:extLst xmlns:a="http://schemas.openxmlformats.org/drawingml/2006/main">
              <a:ext uri="{FF2B5EF4-FFF2-40B4-BE49-F238E27FC236}">
                <a16:creationId xmlns:a16="http://schemas.microsoft.com/office/drawing/2014/main" id="{FB41DDAE-F666-46A4-BDF7-D5D79E2E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49">
            <a:extLst xmlns:a="http://schemas.openxmlformats.org/drawingml/2006/main">
              <a:ext uri="{FF2B5EF4-FFF2-40B4-BE49-F238E27FC236}">
                <a16:creationId xmlns:a16="http://schemas.microsoft.com/office/drawing/2014/main" id="{269723DE-0821-4508-8153-7F572A04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‫פותחים טופס‬</a:t>
            </a:r>
          </a:p>
        </p:txBody>
      </p:sp>
      <p:sp>
        <p:nvSpPr>
          <p:cNvPr id="5" name="native-text-150">
            <a:extLst xmlns:a="http://schemas.openxmlformats.org/drawingml/2006/main">
              <a:ext uri="{FF2B5EF4-FFF2-40B4-BE49-F238E27FC236}">
                <a16:creationId xmlns:a16="http://schemas.microsoft.com/office/drawing/2014/main" id="{10C87D7F-4126-44AC-A031-F7C1C9A4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הפלוס העגול. בלוח שעות אפשר גם לבחור טווח זמן.‬</a:t>
            </a:r>
          </a:p>
        </p:txBody>
      </p:sp>
      <p:sp>
        <p:nvSpPr>
          <p:cNvPr id="6" name="native-text-151">
            <a:extLst xmlns:a="http://schemas.openxmlformats.org/drawingml/2006/main">
              <a:ext uri="{FF2B5EF4-FFF2-40B4-BE49-F238E27FC236}">
                <a16:creationId xmlns:a16="http://schemas.microsoft.com/office/drawing/2014/main" id="{F838DCAA-AEA2-46A1-ADF9-B03E8A4F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‫שם וסוג‬</a:t>
            </a:r>
          </a:p>
        </p:txBody>
      </p:sp>
      <p:sp>
        <p:nvSpPr>
          <p:cNvPr id="7" name="native-text-152">
            <a:extLst xmlns:a="http://schemas.openxmlformats.org/drawingml/2006/main">
              <a:ext uri="{FF2B5EF4-FFF2-40B4-BE49-F238E27FC236}">
                <a16:creationId xmlns:a16="http://schemas.microsoft.com/office/drawing/2014/main" id="{3E5211EF-617E-41E8-8525-E2E80BF3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סוג אירוע וממלאים כותרת ברורה, למשל ״פגישת שכירות - משפחת ישראלי״.‬</a:t>
            </a:r>
          </a:p>
        </p:txBody>
      </p:sp>
      <p:sp>
        <p:nvSpPr>
          <p:cNvPr id="8" name="native-text-153">
            <a:extLst xmlns:a="http://schemas.openxmlformats.org/drawingml/2006/main">
              <a:ext uri="{FF2B5EF4-FFF2-40B4-BE49-F238E27FC236}">
                <a16:creationId xmlns:a16="http://schemas.microsoft.com/office/drawing/2014/main" id="{5095B4AF-D1E7-4654-A856-B27A4CD5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‫מועד ומשתתפים‬</a:t>
            </a:r>
          </a:p>
        </p:txBody>
      </p:sp>
      <p:sp>
        <p:nvSpPr>
          <p:cNvPr id="9" name="native-text-154">
            <a:extLst xmlns:a="http://schemas.openxmlformats.org/drawingml/2006/main">
              <a:ext uri="{FF2B5EF4-FFF2-40B4-BE49-F238E27FC236}">
                <a16:creationId xmlns:a16="http://schemas.microsoft.com/office/drawing/2014/main" id="{B2AA3A38-C67D-427C-80D6-B11D616B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‫מגדירים התחלה וסיום, מוסיפים את המשתתפים ובודקים תזכורות לפני ״שמור״.‬</a:t>
            </a:r>
          </a:p>
        </p:txBody>
      </p:sp>
      <p:sp>
        <p:nvSpPr>
          <p:cNvPr id="10" name="native-text-155">
            <a:extLst xmlns:a="http://schemas.openxmlformats.org/drawingml/2006/main">
              <a:ext uri="{FF2B5EF4-FFF2-40B4-BE49-F238E27FC236}">
                <a16:creationId xmlns:a16="http://schemas.microsoft.com/office/drawing/2014/main" id="{A99BE484-A3B6-49CD-B958-34C9A218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‫האפשרויות בטופס משתנות לפי סוג האירוע. שדות המסומנים בכוכבית דורשים מילוי.‬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B7084-7FB4-4C6B-B378-FDB2E1E2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56">
            <a:extLst xmlns:a="http://schemas.openxmlformats.org/drawingml/2006/main">
              <a:ext uri="{FF2B5EF4-FFF2-40B4-BE49-F238E27FC236}">
                <a16:creationId xmlns:a16="http://schemas.microsoft.com/office/drawing/2014/main" id="{9379E069-55BC-43BF-9AA1-30E857A6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14</a:t>
            </a:r>
          </a:p>
        </p:txBody>
      </p:sp>
      <p:sp>
        <p:nvSpPr>
          <p:cNvPr id="13" name="native-text-157">
            <a:extLst xmlns:a="http://schemas.openxmlformats.org/drawingml/2006/main">
              <a:ext uri="{FF2B5EF4-FFF2-40B4-BE49-F238E27FC236}">
                <a16:creationId xmlns:a16="http://schemas.microsoft.com/office/drawing/2014/main" id="{617B025F-3637-49B7-9C56-13F5CC8C8F5C}"/>
              </a:ext>
            </a:extLst>
            <a:hlinkClick xmlns:r="http://schemas.openxmlformats.org/officeDocument/2006/relationships" xmlns:a="http://schemas.openxmlformats.org/drawingml/2006/main" r:id="Rae34707ca17c4ada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643188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58">
            <a:extLst xmlns:a="http://schemas.openxmlformats.org/drawingml/2006/main">
              <a:ext uri="{FF2B5EF4-FFF2-40B4-BE49-F238E27FC236}">
                <a16:creationId xmlns:a16="http://schemas.microsoft.com/office/drawing/2014/main" id="{1B55373C-1886-4D87-AA8D-4460C30A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‫התחלה, סיום וכל היום‬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58310-2FEF-4EA6-B5E0-211DE0F8E8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4fee77d644b69"/>
          <a:stretch xmlns:a="http://schemas.openxmlformats.org/drawingml/2006/main"/>
        </p:blipFill>
        <p:spPr>
          <a:xfrm xmlns:a="http://schemas.openxmlformats.org/drawingml/2006/main">
            <a:off x="609600" y="2764617"/>
            <a:ext cx="5791200" cy="1614516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59">
            <a:extLst xmlns:a="http://schemas.openxmlformats.org/drawingml/2006/main">
              <a:ext uri="{FF2B5EF4-FFF2-40B4-BE49-F238E27FC236}">
                <a16:creationId xmlns:a16="http://schemas.microsoft.com/office/drawing/2014/main" id="{744FB385-BBBB-4BA2-9C3A-4BB865FB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60">
            <a:extLst xmlns:a="http://schemas.openxmlformats.org/drawingml/2006/main">
              <a:ext uri="{FF2B5EF4-FFF2-40B4-BE49-F238E27FC236}">
                <a16:creationId xmlns:a16="http://schemas.microsoft.com/office/drawing/2014/main" id="{997DB5F5-E5D6-4F75-9776-B8A4E49A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‫אירוע עם שעות‬</a:t>
            </a:r>
          </a:p>
        </p:txBody>
      </p:sp>
      <p:sp>
        <p:nvSpPr>
          <p:cNvPr id="5" name="native-text-161">
            <a:extLst xmlns:a="http://schemas.openxmlformats.org/drawingml/2006/main">
              <a:ext uri="{FF2B5EF4-FFF2-40B4-BE49-F238E27FC236}">
                <a16:creationId xmlns:a16="http://schemas.microsoft.com/office/drawing/2014/main" id="{98A231F1-14A0-44A2-A220-D54BB8FF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‫מזינים תאריך ושעת התחלה, ואז תאריך ושעת סיום. בודקים שהסיום מאוחר מההתחלה.‬</a:t>
            </a:r>
          </a:p>
        </p:txBody>
      </p:sp>
      <p:sp>
        <p:nvSpPr>
          <p:cNvPr id="6" name="native-text-162">
            <a:extLst xmlns:a="http://schemas.openxmlformats.org/drawingml/2006/main">
              <a:ext uri="{FF2B5EF4-FFF2-40B4-BE49-F238E27FC236}">
                <a16:creationId xmlns:a16="http://schemas.microsoft.com/office/drawing/2014/main" id="{DE1B1094-ABEE-4E31-BB5D-46C943D4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‫אירוע לכל היום‬</a:t>
            </a:r>
          </a:p>
        </p:txBody>
      </p:sp>
      <p:sp>
        <p:nvSpPr>
          <p:cNvPr id="7" name="native-text-163">
            <a:extLst xmlns:a="http://schemas.openxmlformats.org/drawingml/2006/main">
              <a:ext uri="{FF2B5EF4-FFF2-40B4-BE49-F238E27FC236}">
                <a16:creationId xmlns:a16="http://schemas.microsoft.com/office/drawing/2014/main" id="{A1F445D0-BBC1-4BA9-820A-FEE414E2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‫מסמנים ״כל היום״. ממלאים תאריך התחלה ותאריך סיום בהתאם לימים הדרושים.‬</a:t>
            </a:r>
          </a:p>
        </p:txBody>
      </p:sp>
      <p:sp>
        <p:nvSpPr>
          <p:cNvPr id="8" name="native-text-164">
            <a:extLst xmlns:a="http://schemas.openxmlformats.org/drawingml/2006/main">
              <a:ext uri="{FF2B5EF4-FFF2-40B4-BE49-F238E27FC236}">
                <a16:creationId xmlns:a16="http://schemas.microsoft.com/office/drawing/2014/main" id="{5853075C-0BB1-4EE3-AC1D-A30E163A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‫כמה ימים‬</a:t>
            </a:r>
          </a:p>
        </p:txBody>
      </p:sp>
      <p:sp>
        <p:nvSpPr>
          <p:cNvPr id="9" name="native-text-165">
            <a:extLst xmlns:a="http://schemas.openxmlformats.org/drawingml/2006/main">
              <a:ext uri="{FF2B5EF4-FFF2-40B4-BE49-F238E27FC236}">
                <a16:creationId xmlns:a16="http://schemas.microsoft.com/office/drawing/2014/main" id="{BE3C65E4-33CE-482B-B829-BB2212F2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‫בחופשה או אירוע ארוך בוחרים גם את יום הסיום. האירוע יוצג בכל הימים שהוא מכסה.‬</a:t>
            </a:r>
          </a:p>
        </p:txBody>
      </p:sp>
      <p:sp>
        <p:nvSpPr>
          <p:cNvPr id="10" name="native-text-166">
            <a:extLst xmlns:a="http://schemas.openxmlformats.org/drawingml/2006/main">
              <a:ext uri="{FF2B5EF4-FFF2-40B4-BE49-F238E27FC236}">
                <a16:creationId xmlns:a16="http://schemas.microsoft.com/office/drawing/2014/main" id="{777FCC2F-2511-44F1-A8A6-2B977B7F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‫התאריכים והשעות במערכת מתייחסים לשעון ישראל. בדקו את המועד אחרי שמירה.‬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6FD78-BBFF-4E74-BDF9-073866EB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67">
            <a:extLst xmlns:a="http://schemas.openxmlformats.org/drawingml/2006/main">
              <a:ext uri="{FF2B5EF4-FFF2-40B4-BE49-F238E27FC236}">
                <a16:creationId xmlns:a16="http://schemas.microsoft.com/office/drawing/2014/main" id="{C8F454C7-534B-4ACA-A778-66FDFB48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15</a:t>
            </a:r>
          </a:p>
        </p:txBody>
      </p:sp>
      <p:sp>
        <p:nvSpPr>
          <p:cNvPr id="13" name="native-text-168">
            <a:extLst xmlns:a="http://schemas.openxmlformats.org/drawingml/2006/main">
              <a:ext uri="{FF2B5EF4-FFF2-40B4-BE49-F238E27FC236}">
                <a16:creationId xmlns:a16="http://schemas.microsoft.com/office/drawing/2014/main" id="{1FAFED8C-4847-4365-BBD9-39855DB83854}"/>
              </a:ext>
            </a:extLst>
            <a:hlinkClick xmlns:r="http://schemas.openxmlformats.org/officeDocument/2006/relationships" xmlns:a="http://schemas.openxmlformats.org/drawingml/2006/main" r:id="R24e4f93ac9f447ec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4070133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69">
            <a:extLst xmlns:a="http://schemas.openxmlformats.org/drawingml/2006/main">
              <a:ext uri="{FF2B5EF4-FFF2-40B4-BE49-F238E27FC236}">
                <a16:creationId xmlns:a16="http://schemas.microsoft.com/office/drawing/2014/main" id="{4C0AFDA3-67B2-46B1-9527-93D7D6C3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‫פגישה חוזרת‬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978E0-DEEB-46A1-8890-80768602DB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8de4b79c54c1b"/>
          <a:stretch xmlns:a="http://schemas.openxmlformats.org/drawingml/2006/main"/>
        </p:blipFill>
        <p:spPr>
          <a:xfrm xmlns:a="http://schemas.openxmlformats.org/drawingml/2006/main">
            <a:off x="609600" y="2475057"/>
            <a:ext cx="5791200" cy="2193636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70">
            <a:extLst xmlns:a="http://schemas.openxmlformats.org/drawingml/2006/main">
              <a:ext uri="{FF2B5EF4-FFF2-40B4-BE49-F238E27FC236}">
                <a16:creationId xmlns:a16="http://schemas.microsoft.com/office/drawing/2014/main" id="{EA5ECC39-DCF9-449C-9E52-54175A04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71">
            <a:extLst xmlns:a="http://schemas.openxmlformats.org/drawingml/2006/main">
              <a:ext uri="{FF2B5EF4-FFF2-40B4-BE49-F238E27FC236}">
                <a16:creationId xmlns:a16="http://schemas.microsoft.com/office/drawing/2014/main" id="{77E2A30E-1D5D-4B51-944A-5D3EC742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‫בעת יצירה‬</a:t>
            </a:r>
          </a:p>
        </p:txBody>
      </p:sp>
      <p:sp>
        <p:nvSpPr>
          <p:cNvPr id="5" name="native-text-172">
            <a:extLst xmlns:a="http://schemas.openxmlformats.org/drawingml/2006/main">
              <a:ext uri="{FF2B5EF4-FFF2-40B4-BE49-F238E27FC236}">
                <a16:creationId xmlns:a16="http://schemas.microsoft.com/office/drawing/2014/main" id="{B78F875A-CE13-43CE-85BD-D5E91829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‫באירוע חדש מסוג מתאים מסמנים ״פגישה חוזרת״.‬</a:t>
            </a:r>
          </a:p>
        </p:txBody>
      </p:sp>
      <p:sp>
        <p:nvSpPr>
          <p:cNvPr id="6" name="native-text-173">
            <a:extLst xmlns:a="http://schemas.openxmlformats.org/drawingml/2006/main">
              <a:ext uri="{FF2B5EF4-FFF2-40B4-BE49-F238E27FC236}">
                <a16:creationId xmlns:a16="http://schemas.microsoft.com/office/drawing/2014/main" id="{C770AB31-4C18-45EF-9CBF-D58AF818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‫תדירות וסיום‬</a:t>
            </a:r>
          </a:p>
        </p:txBody>
      </p:sp>
      <p:sp>
        <p:nvSpPr>
          <p:cNvPr id="7" name="native-text-174">
            <a:extLst xmlns:a="http://schemas.openxmlformats.org/drawingml/2006/main">
              <a:ext uri="{FF2B5EF4-FFF2-40B4-BE49-F238E27FC236}">
                <a16:creationId xmlns:a16="http://schemas.microsoft.com/office/drawing/2014/main" id="{F7FFBCA3-174D-468E-9408-4C87E2B5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יומי, שבועי או חודשי ומזינים ״עד תאריך״.‬</a:t>
            </a:r>
          </a:p>
        </p:txBody>
      </p:sp>
      <p:sp>
        <p:nvSpPr>
          <p:cNvPr id="8" name="native-text-175">
            <a:extLst xmlns:a="http://schemas.openxmlformats.org/drawingml/2006/main">
              <a:ext uri="{FF2B5EF4-FFF2-40B4-BE49-F238E27FC236}">
                <a16:creationId xmlns:a16="http://schemas.microsoft.com/office/drawing/2014/main" id="{E6C87160-6750-4598-BDB3-C58D65D7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88461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‫אחרי שמירה‬</a:t>
            </a:r>
          </a:p>
        </p:txBody>
      </p:sp>
      <p:sp>
        <p:nvSpPr>
          <p:cNvPr id="9" name="native-text-176">
            <a:extLst xmlns:a="http://schemas.openxmlformats.org/drawingml/2006/main">
              <a:ext uri="{FF2B5EF4-FFF2-40B4-BE49-F238E27FC236}">
                <a16:creationId xmlns:a16="http://schemas.microsoft.com/office/drawing/2014/main" id="{69258352-66AF-4C93-AA44-3D30EFC0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88321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‫נוצרים מופעים נפרדים ביומן, עד ‪52‬ מופעים. פותחים את המופע שרוצים לשנות.‬</a:t>
            </a:r>
          </a:p>
        </p:txBody>
      </p:sp>
      <p:sp>
        <p:nvSpPr>
          <p:cNvPr id="10" name="native-text-177">
            <a:extLst xmlns:a="http://schemas.openxmlformats.org/drawingml/2006/main">
              <a:ext uri="{FF2B5EF4-FFF2-40B4-BE49-F238E27FC236}">
                <a16:creationId xmlns:a16="http://schemas.microsoft.com/office/drawing/2014/main" id="{6A436AAA-7961-4830-BA01-C28FB1C3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‫אין בטופס הנוכחי כפתור שמבטיח שינוי של כל הסדרה בבת אחת.‬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8EF83-80F6-47C1-BF2A-C7B06407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78">
            <a:extLst xmlns:a="http://schemas.openxmlformats.org/drawingml/2006/main">
              <a:ext uri="{FF2B5EF4-FFF2-40B4-BE49-F238E27FC236}">
                <a16:creationId xmlns:a16="http://schemas.microsoft.com/office/drawing/2014/main" id="{0191CED7-61E8-4595-BC49-0B7EE623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16</a:t>
            </a:r>
          </a:p>
        </p:txBody>
      </p:sp>
      <p:sp>
        <p:nvSpPr>
          <p:cNvPr id="13" name="native-text-179">
            <a:extLst xmlns:a="http://schemas.openxmlformats.org/drawingml/2006/main">
              <a:ext uri="{FF2B5EF4-FFF2-40B4-BE49-F238E27FC236}">
                <a16:creationId xmlns:a16="http://schemas.microsoft.com/office/drawing/2014/main" id="{DF80D641-E026-4808-BCCB-D0EF1F058821}"/>
              </a:ext>
            </a:extLst>
            <a:hlinkClick xmlns:r="http://schemas.openxmlformats.org/officeDocument/2006/relationships" xmlns:a="http://schemas.openxmlformats.org/drawingml/2006/main" r:id="R2035ecc34182451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3779158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80">
            <a:extLst xmlns:a="http://schemas.openxmlformats.org/drawingml/2006/main">
              <a:ext uri="{FF2B5EF4-FFF2-40B4-BE49-F238E27FC236}">
                <a16:creationId xmlns:a16="http://schemas.microsoft.com/office/drawing/2014/main" id="{EAF37670-ACD1-4A75-810F-2552A173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‫מי בפגישה‬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891E3-1B39-44AD-AA81-1536AEF7D3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7da8ccd0a456a"/>
          <a:stretch xmlns:a="http://schemas.openxmlformats.org/drawingml/2006/main"/>
        </p:blipFill>
        <p:spPr>
          <a:xfrm xmlns:a="http://schemas.openxmlformats.org/drawingml/2006/main">
            <a:off x="609600" y="2220595"/>
            <a:ext cx="5791200" cy="270256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81">
            <a:extLst xmlns:a="http://schemas.openxmlformats.org/drawingml/2006/main">
              <a:ext uri="{FF2B5EF4-FFF2-40B4-BE49-F238E27FC236}">
                <a16:creationId xmlns:a16="http://schemas.microsoft.com/office/drawing/2014/main" id="{3E01B0CF-C8BB-411A-9A32-8A118390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82">
            <a:extLst xmlns:a="http://schemas.openxmlformats.org/drawingml/2006/main">
              <a:ext uri="{FF2B5EF4-FFF2-40B4-BE49-F238E27FC236}">
                <a16:creationId xmlns:a16="http://schemas.microsoft.com/office/drawing/2014/main" id="{8F4FE5D3-DDE3-4673-AA3A-1FF88E8D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מנהל‬</a:t>
            </a:r>
          </a:p>
        </p:txBody>
      </p:sp>
      <p:sp>
        <p:nvSpPr>
          <p:cNvPr id="5" name="native-text-183">
            <a:extLst xmlns:a="http://schemas.openxmlformats.org/drawingml/2006/main">
              <a:ext uri="{FF2B5EF4-FFF2-40B4-BE49-F238E27FC236}">
                <a16:creationId xmlns:a16="http://schemas.microsoft.com/office/drawing/2014/main" id="{666AC0AA-DCE3-46DC-BF7A-11A63CDB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69269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‫בשדה ״מי בפגישה?״ בוחרים עורך דין או מנהל מהרשימה.‬</a:t>
            </a:r>
          </a:p>
        </p:txBody>
      </p:sp>
      <p:sp>
        <p:nvSpPr>
          <p:cNvPr id="6" name="native-text-184">
            <a:extLst xmlns:a="http://schemas.openxmlformats.org/drawingml/2006/main">
              <a:ext uri="{FF2B5EF4-FFF2-40B4-BE49-F238E27FC236}">
                <a16:creationId xmlns:a16="http://schemas.microsoft.com/office/drawing/2014/main" id="{56B392A3-CA49-45B3-B0D6-EF4D7175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55094"/>
            <a:ext cx="47815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‫יותר מאחד‬</a:t>
            </a:r>
          </a:p>
        </p:txBody>
      </p:sp>
      <p:sp>
        <p:nvSpPr>
          <p:cNvPr id="7" name="native-text-185">
            <a:extLst xmlns:a="http://schemas.openxmlformats.org/drawingml/2006/main">
              <a:ext uri="{FF2B5EF4-FFF2-40B4-BE49-F238E27FC236}">
                <a16:creationId xmlns:a16="http://schemas.microsoft.com/office/drawing/2014/main" id="{4FDC8D72-0A07-4DFA-BED6-905FA1AD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3238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‫מוסיפים את כל המנהלים שמשתתפים בפגישה. סימן ההסרה מסיר אדם מהרשימה לפני שמירה.‬</a:t>
            </a:r>
          </a:p>
        </p:txBody>
      </p:sp>
      <p:sp>
        <p:nvSpPr>
          <p:cNvPr id="8" name="native-text-186">
            <a:extLst xmlns:a="http://schemas.openxmlformats.org/drawingml/2006/main">
              <a:ext uri="{FF2B5EF4-FFF2-40B4-BE49-F238E27FC236}">
                <a16:creationId xmlns:a16="http://schemas.microsoft.com/office/drawing/2014/main" id="{04BAB3C5-7481-489D-A9CD-1F835FC1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29063"/>
            <a:ext cx="47815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‫היומן שלי‬</a:t>
            </a:r>
          </a:p>
        </p:txBody>
      </p:sp>
      <p:sp>
        <p:nvSpPr>
          <p:cNvPr id="9" name="native-text-187">
            <a:extLst xmlns:a="http://schemas.openxmlformats.org/drawingml/2006/main">
              <a:ext uri="{FF2B5EF4-FFF2-40B4-BE49-F238E27FC236}">
                <a16:creationId xmlns:a16="http://schemas.microsoft.com/office/drawing/2014/main" id="{A3D2130B-15CA-4905-B15F-DD92F8CC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7206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‫האירוע מופיע ביומן האישי של המנהלים המשויכים. יוצר האירוע אינו מתווסף במקום מי שנבחר.‬</a:t>
            </a:r>
          </a:p>
        </p:txBody>
      </p:sp>
      <p:sp>
        <p:nvSpPr>
          <p:cNvPr id="10" name="native-text-188">
            <a:extLst xmlns:a="http://schemas.openxmlformats.org/drawingml/2006/main">
              <a:ext uri="{FF2B5EF4-FFF2-40B4-BE49-F238E27FC236}">
                <a16:creationId xmlns:a16="http://schemas.microsoft.com/office/drawing/2014/main" id="{4101A1BB-31B5-4713-8E44-A16B6F59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‫אם קיבלתם הודעה שהאירוע נשמר ביומן המשרד בלבד, הוסיפו את עצמכם למשתתפים לפי הצורך.‬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3C517-0A13-43D6-B186-68B70432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89">
            <a:extLst xmlns:a="http://schemas.openxmlformats.org/drawingml/2006/main">
              <a:ext uri="{FF2B5EF4-FFF2-40B4-BE49-F238E27FC236}">
                <a16:creationId xmlns:a16="http://schemas.microsoft.com/office/drawing/2014/main" id="{B5448017-06EB-4715-9249-1F2B0BBD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17</a:t>
            </a:r>
          </a:p>
        </p:txBody>
      </p:sp>
      <p:sp>
        <p:nvSpPr>
          <p:cNvPr id="13" name="native-text-190">
            <a:extLst xmlns:a="http://schemas.openxmlformats.org/drawingml/2006/main">
              <a:ext uri="{FF2B5EF4-FFF2-40B4-BE49-F238E27FC236}">
                <a16:creationId xmlns:a16="http://schemas.microsoft.com/office/drawing/2014/main" id="{3C016456-B3C4-4500-9DB2-A786674297CD}"/>
              </a:ext>
            </a:extLst>
            <a:hlinkClick xmlns:r="http://schemas.openxmlformats.org/officeDocument/2006/relationships" xmlns:a="http://schemas.openxmlformats.org/drawingml/2006/main" r:id="Rabfcfdb7c2e64cff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8559394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91">
            <a:extLst xmlns:a="http://schemas.openxmlformats.org/drawingml/2006/main">
              <a:ext uri="{FF2B5EF4-FFF2-40B4-BE49-F238E27FC236}">
                <a16:creationId xmlns:a16="http://schemas.microsoft.com/office/drawing/2014/main" id="{FF255DE7-02D4-455F-A351-F5ACAABB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‫לקוחות קיימים ולקוחות פוטנציאליים‬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FA8BB-48CE-42F8-A863-6DADA1A21D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9629ac8834d93"/>
          <a:stretch xmlns:a="http://schemas.openxmlformats.org/drawingml/2006/main"/>
        </p:blipFill>
        <p:spPr>
          <a:xfrm xmlns:a="http://schemas.openxmlformats.org/drawingml/2006/main">
            <a:off x="609600" y="1408950"/>
            <a:ext cx="5791200" cy="4325851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92">
            <a:extLst xmlns:a="http://schemas.openxmlformats.org/drawingml/2006/main">
              <a:ext uri="{FF2B5EF4-FFF2-40B4-BE49-F238E27FC236}">
                <a16:creationId xmlns:a16="http://schemas.microsoft.com/office/drawing/2014/main" id="{7232B7DA-0BCC-4A22-9B16-0FF83D0B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93">
            <a:extLst xmlns:a="http://schemas.openxmlformats.org/drawingml/2006/main">
              <a:ext uri="{FF2B5EF4-FFF2-40B4-BE49-F238E27FC236}">
                <a16:creationId xmlns:a16="http://schemas.microsoft.com/office/drawing/2014/main" id="{07C3C398-CA5E-4E13-994E-845D488D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‫לקוח קיים‬</a:t>
            </a:r>
          </a:p>
        </p:txBody>
      </p:sp>
      <p:sp>
        <p:nvSpPr>
          <p:cNvPr id="5" name="native-text-194">
            <a:extLst xmlns:a="http://schemas.openxmlformats.org/drawingml/2006/main">
              <a:ext uri="{FF2B5EF4-FFF2-40B4-BE49-F238E27FC236}">
                <a16:creationId xmlns:a16="http://schemas.microsoft.com/office/drawing/2014/main" id="{30064025-E591-47F8-B6C4-F014E71D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״הוסף לקוח״ ומחפשים לקוח שנמצא במערכת. אפשר לבחור כמה לקוחות.‬</a:t>
            </a:r>
          </a:p>
        </p:txBody>
      </p:sp>
      <p:sp>
        <p:nvSpPr>
          <p:cNvPr id="6" name="native-text-195">
            <a:extLst xmlns:a="http://schemas.openxmlformats.org/drawingml/2006/main">
              <a:ext uri="{FF2B5EF4-FFF2-40B4-BE49-F238E27FC236}">
                <a16:creationId xmlns:a16="http://schemas.microsoft.com/office/drawing/2014/main" id="{16527B57-9EA2-4D3D-B0D3-FD38B5FD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‫לקוח חדש למשרד‬</a:t>
            </a:r>
          </a:p>
        </p:txBody>
      </p:sp>
      <p:sp>
        <p:nvSpPr>
          <p:cNvPr id="7" name="native-text-196">
            <a:extLst xmlns:a="http://schemas.openxmlformats.org/drawingml/2006/main">
              <a:ext uri="{FF2B5EF4-FFF2-40B4-BE49-F238E27FC236}">
                <a16:creationId xmlns:a16="http://schemas.microsoft.com/office/drawing/2014/main" id="{5902914F-8409-4564-8D76-0873F7E9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‫״הוסף לקוח פוטנציאלי״ מאפשר למלא שם, טלפון ודוא״ל בלי ליצור מיד לקוח קבוע.‬</a:t>
            </a:r>
          </a:p>
        </p:txBody>
      </p:sp>
      <p:sp>
        <p:nvSpPr>
          <p:cNvPr id="8" name="native-text-197">
            <a:extLst xmlns:a="http://schemas.openxmlformats.org/drawingml/2006/main">
              <a:ext uri="{FF2B5EF4-FFF2-40B4-BE49-F238E27FC236}">
                <a16:creationId xmlns:a16="http://schemas.microsoft.com/office/drawing/2014/main" id="{D8288B34-61C5-4A04-AD7F-36865FA0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‫בדיקת הפרטים‬</a:t>
            </a:r>
          </a:p>
        </p:txBody>
      </p:sp>
      <p:sp>
        <p:nvSpPr>
          <p:cNvPr id="9" name="native-text-198">
            <a:extLst xmlns:a="http://schemas.openxmlformats.org/drawingml/2006/main">
              <a:ext uri="{FF2B5EF4-FFF2-40B4-BE49-F238E27FC236}">
                <a16:creationId xmlns:a16="http://schemas.microsoft.com/office/drawing/2014/main" id="{05CA25D9-0CDC-4783-A861-C3904F5C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‫בודקים את פרטי הקשר של כל אדם ואת מי שרוצים להזמין או לתזכר.‬</a:t>
            </a:r>
          </a:p>
        </p:txBody>
      </p:sp>
      <p:sp>
        <p:nvSpPr>
          <p:cNvPr id="10" name="native-text-199">
            <a:extLst xmlns:a="http://schemas.openxmlformats.org/drawingml/2006/main">
              <a:ext uri="{FF2B5EF4-FFF2-40B4-BE49-F238E27FC236}">
                <a16:creationId xmlns:a16="http://schemas.microsoft.com/office/drawing/2014/main" id="{8249BBAC-0047-4A5A-8880-2CC32809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‫לקוח פוטנציאלי יכול להשתתף לצד לקוחות קיימים. האפשרות להפוך אותו ללקוח מופיעה בהמשך לפי מצב האירוע.‬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07B35-32F8-4A5C-A91A-275498C9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00">
            <a:extLst xmlns:a="http://schemas.openxmlformats.org/drawingml/2006/main">
              <a:ext uri="{FF2B5EF4-FFF2-40B4-BE49-F238E27FC236}">
                <a16:creationId xmlns:a16="http://schemas.microsoft.com/office/drawing/2014/main" id="{070804B4-74CD-4894-875E-D8B41301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18</a:t>
            </a:r>
          </a:p>
        </p:txBody>
      </p:sp>
      <p:sp>
        <p:nvSpPr>
          <p:cNvPr id="13" name="native-text-201">
            <a:extLst xmlns:a="http://schemas.openxmlformats.org/drawingml/2006/main">
              <a:ext uri="{FF2B5EF4-FFF2-40B4-BE49-F238E27FC236}">
                <a16:creationId xmlns:a16="http://schemas.microsoft.com/office/drawing/2014/main" id="{996F8DAD-6609-4DA7-83B7-8CB4288E979A}"/>
              </a:ext>
            </a:extLst>
            <a:hlinkClick xmlns:r="http://schemas.openxmlformats.org/officeDocument/2006/relationships" xmlns:a="http://schemas.openxmlformats.org/drawingml/2006/main" r:id="R7c3da27c72eb443b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2489282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02">
            <a:extLst xmlns:a="http://schemas.openxmlformats.org/drawingml/2006/main">
              <a:ext uri="{FF2B5EF4-FFF2-40B4-BE49-F238E27FC236}">
                <a16:creationId xmlns:a16="http://schemas.microsoft.com/office/drawing/2014/main" id="{765F155A-1370-4500-8545-0CC857D4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‫קישור תיק ופתיחת תיק ללקוח‬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EC18A-DBB8-4794-A239-764BCFC973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a0b5b98f94643"/>
          <a:stretch xmlns:a="http://schemas.openxmlformats.org/drawingml/2006/main"/>
        </p:blipFill>
        <p:spPr>
          <a:xfrm xmlns:a="http://schemas.openxmlformats.org/drawingml/2006/main">
            <a:off x="609600" y="2865524"/>
            <a:ext cx="5791200" cy="1412702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03">
            <a:extLst xmlns:a="http://schemas.openxmlformats.org/drawingml/2006/main">
              <a:ext uri="{FF2B5EF4-FFF2-40B4-BE49-F238E27FC236}">
                <a16:creationId xmlns:a16="http://schemas.microsoft.com/office/drawing/2014/main" id="{4BD583DA-4E10-4860-A5BC-C19FDCB0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04">
            <a:extLst xmlns:a="http://schemas.openxmlformats.org/drawingml/2006/main">
              <a:ext uri="{FF2B5EF4-FFF2-40B4-BE49-F238E27FC236}">
                <a16:creationId xmlns:a16="http://schemas.microsoft.com/office/drawing/2014/main" id="{C8D5B6A5-A347-4D1E-87C7-CACC1371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‫קישור לתיק‬</a:t>
            </a:r>
          </a:p>
        </p:txBody>
      </p:sp>
      <p:sp>
        <p:nvSpPr>
          <p:cNvPr id="5" name="native-text-205">
            <a:extLst xmlns:a="http://schemas.openxmlformats.org/drawingml/2006/main">
              <a:ext uri="{FF2B5EF4-FFF2-40B4-BE49-F238E27FC236}">
                <a16:creationId xmlns:a16="http://schemas.microsoft.com/office/drawing/2014/main" id="{C8B1524A-EA88-4BA0-BDC8-33C6268E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‫אחרי בחירת לקוח, בוחרים תיק פעיל באזור ״קישור לתיק קיים של הלקוח״.‬</a:t>
            </a:r>
          </a:p>
        </p:txBody>
      </p:sp>
      <p:sp>
        <p:nvSpPr>
          <p:cNvPr id="6" name="native-text-206">
            <a:extLst xmlns:a="http://schemas.openxmlformats.org/drawingml/2006/main">
              <a:ext uri="{FF2B5EF4-FFF2-40B4-BE49-F238E27FC236}">
                <a16:creationId xmlns:a16="http://schemas.microsoft.com/office/drawing/2014/main" id="{D3FFED28-399A-48EB-A4B3-AE749942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‫ניתוק‬</a:t>
            </a:r>
          </a:p>
        </p:txBody>
      </p:sp>
      <p:sp>
        <p:nvSpPr>
          <p:cNvPr id="7" name="native-text-207">
            <a:extLst xmlns:a="http://schemas.openxmlformats.org/drawingml/2006/main">
              <a:ext uri="{FF2B5EF4-FFF2-40B4-BE49-F238E27FC236}">
                <a16:creationId xmlns:a16="http://schemas.microsoft.com/office/drawing/2014/main" id="{0D93BC13-14AE-4053-8AFF-890D80E3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‫״ניתוק קישור״ מסיר את הקישור לאותו תיק. הוא אינו מוחק את התיק.‬</a:t>
            </a:r>
          </a:p>
        </p:txBody>
      </p:sp>
      <p:sp>
        <p:nvSpPr>
          <p:cNvPr id="8" name="native-text-208">
            <a:extLst xmlns:a="http://schemas.openxmlformats.org/drawingml/2006/main">
              <a:ext uri="{FF2B5EF4-FFF2-40B4-BE49-F238E27FC236}">
                <a16:creationId xmlns:a16="http://schemas.microsoft.com/office/drawing/2014/main" id="{0832DAE8-AF7D-42E2-8DF5-69A87A59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‫לקוח פוטנציאלי‬</a:t>
            </a:r>
          </a:p>
        </p:txBody>
      </p:sp>
      <p:sp>
        <p:nvSpPr>
          <p:cNvPr id="9" name="native-text-209">
            <a:extLst xmlns:a="http://schemas.openxmlformats.org/drawingml/2006/main">
              <a:ext uri="{FF2B5EF4-FFF2-40B4-BE49-F238E27FC236}">
                <a16:creationId xmlns:a16="http://schemas.microsoft.com/office/drawing/2014/main" id="{AA2EC2CC-4338-4149-8ACE-7827FFB5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‫באירוע שמור אפשר להשתמש בפעולת הפיכה ללקוח/פתיחת תיק כשהיא מופיעה. אם הטלפון כבר קיים, בוחרים את הלקוח מהרשימה.‬</a:t>
            </a:r>
          </a:p>
        </p:txBody>
      </p:sp>
      <p:sp>
        <p:nvSpPr>
          <p:cNvPr id="10" name="native-text-210">
            <a:extLst xmlns:a="http://schemas.openxmlformats.org/drawingml/2006/main">
              <a:ext uri="{FF2B5EF4-FFF2-40B4-BE49-F238E27FC236}">
                <a16:creationId xmlns:a16="http://schemas.microsoft.com/office/drawing/2014/main" id="{311F9B40-9291-4E30-8A1B-491EE323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‫פעולות על לקוחות ותיקים כפופות להרשאות. השלימו את פרטי התיק בטופס שנפתח.‬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A3B32-9DA3-4EB3-985C-F833C05C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11">
            <a:extLst xmlns:a="http://schemas.openxmlformats.org/drawingml/2006/main">
              <a:ext uri="{FF2B5EF4-FFF2-40B4-BE49-F238E27FC236}">
                <a16:creationId xmlns:a16="http://schemas.microsoft.com/office/drawing/2014/main" id="{D8824B47-E44A-49ED-B012-F14EDB82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19</a:t>
            </a:r>
          </a:p>
        </p:txBody>
      </p:sp>
      <p:sp>
        <p:nvSpPr>
          <p:cNvPr id="13" name="native-text-212">
            <a:extLst xmlns:a="http://schemas.openxmlformats.org/drawingml/2006/main">
              <a:ext uri="{FF2B5EF4-FFF2-40B4-BE49-F238E27FC236}">
                <a16:creationId xmlns:a16="http://schemas.microsoft.com/office/drawing/2014/main" id="{CB89B986-4BA1-480A-B5D0-D76506B1FE54}"/>
              </a:ext>
            </a:extLst>
            <a:hlinkClick xmlns:r="http://schemas.openxmlformats.org/officeDocument/2006/relationships" xmlns:a="http://schemas.openxmlformats.org/drawingml/2006/main" r:id="Re75245e8ed9c490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7507494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13">
            <a:extLst xmlns:a="http://schemas.openxmlformats.org/drawingml/2006/main">
              <a:ext uri="{FF2B5EF4-FFF2-40B4-BE49-F238E27FC236}">
                <a16:creationId xmlns:a16="http://schemas.microsoft.com/office/drawing/2014/main" id="{E9A59CD7-CD93-4EBE-BFC6-8DDC42A0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‫סוג הפגישה והמיקום‬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91807-906B-4E54-AAAB-B2644B606A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fda1f51494994"/>
          <a:stretch xmlns:a="http://schemas.openxmlformats.org/drawingml/2006/main"/>
        </p:blipFill>
        <p:spPr>
          <a:xfrm xmlns:a="http://schemas.openxmlformats.org/drawingml/2006/main">
            <a:off x="609600" y="2843588"/>
            <a:ext cx="5791200" cy="1456575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14">
            <a:extLst xmlns:a="http://schemas.openxmlformats.org/drawingml/2006/main">
              <a:ext uri="{FF2B5EF4-FFF2-40B4-BE49-F238E27FC236}">
                <a16:creationId xmlns:a16="http://schemas.microsoft.com/office/drawing/2014/main" id="{00622F13-022F-4CD6-82CF-60286E7A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15">
            <a:extLst xmlns:a="http://schemas.openxmlformats.org/drawingml/2006/main">
              <a:ext uri="{FF2B5EF4-FFF2-40B4-BE49-F238E27FC236}">
                <a16:creationId xmlns:a16="http://schemas.microsoft.com/office/drawing/2014/main" id="{34A1C187-BAE5-406F-8E14-EABE3130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‫פרונטלית‬</a:t>
            </a:r>
          </a:p>
        </p:txBody>
      </p:sp>
      <p:sp>
        <p:nvSpPr>
          <p:cNvPr id="5" name="native-text-216">
            <a:extLst xmlns:a="http://schemas.openxmlformats.org/drawingml/2006/main">
              <a:ext uri="{FF2B5EF4-FFF2-40B4-BE49-F238E27FC236}">
                <a16:creationId xmlns:a16="http://schemas.microsoft.com/office/drawing/2014/main" id="{FFF61ACE-D1C6-465B-9D91-2AFB4799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״פרונטלי״ וממלאים את מיקום הפגישה.‬</a:t>
            </a:r>
          </a:p>
        </p:txBody>
      </p:sp>
      <p:sp>
        <p:nvSpPr>
          <p:cNvPr id="6" name="native-text-217">
            <a:extLst xmlns:a="http://schemas.openxmlformats.org/drawingml/2006/main">
              <a:ext uri="{FF2B5EF4-FFF2-40B4-BE49-F238E27FC236}">
                <a16:creationId xmlns:a16="http://schemas.microsoft.com/office/drawing/2014/main" id="{ACD4B880-F3F1-4A5E-9E76-FE364176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78774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‫טלפונית‬</a:t>
            </a:r>
          </a:p>
        </p:txBody>
      </p:sp>
      <p:sp>
        <p:nvSpPr>
          <p:cNvPr id="7" name="native-text-218">
            <a:extLst xmlns:a="http://schemas.openxmlformats.org/drawingml/2006/main">
              <a:ext uri="{FF2B5EF4-FFF2-40B4-BE49-F238E27FC236}">
                <a16:creationId xmlns:a16="http://schemas.microsoft.com/office/drawing/2014/main" id="{24F15A8C-6258-4206-A13D-F12385BA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78633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״טלפוני״. הודעות הפגישה אינן אמורות לכלול הוראות הגעה למקום.‬</a:t>
            </a:r>
          </a:p>
        </p:txBody>
      </p:sp>
      <p:sp>
        <p:nvSpPr>
          <p:cNvPr id="8" name="native-text-219">
            <a:extLst xmlns:a="http://schemas.openxmlformats.org/drawingml/2006/main">
              <a:ext uri="{FF2B5EF4-FFF2-40B4-BE49-F238E27FC236}">
                <a16:creationId xmlns:a16="http://schemas.microsoft.com/office/drawing/2014/main" id="{7933A32D-F3D5-4889-8437-76B92F4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88461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‫זום‬</a:t>
            </a:r>
          </a:p>
        </p:txBody>
      </p:sp>
      <p:sp>
        <p:nvSpPr>
          <p:cNvPr id="9" name="native-text-220">
            <a:extLst xmlns:a="http://schemas.openxmlformats.org/drawingml/2006/main">
              <a:ext uri="{FF2B5EF4-FFF2-40B4-BE49-F238E27FC236}">
                <a16:creationId xmlns:a16="http://schemas.microsoft.com/office/drawing/2014/main" id="{CAFA8E0F-3738-4936-9733-253C9E13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88321"/>
            <a:ext cx="4781550" cy="1021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״זום״ וממלאים את הקישור בשדה המתאים. התצוגה המקדימה מציגה קישור לפגישה.‬</a:t>
            </a:r>
          </a:p>
        </p:txBody>
      </p:sp>
      <p:sp>
        <p:nvSpPr>
          <p:cNvPr id="10" name="native-text-221">
            <a:extLst xmlns:a="http://schemas.openxmlformats.org/drawingml/2006/main">
              <a:ext uri="{FF2B5EF4-FFF2-40B4-BE49-F238E27FC236}">
                <a16:creationId xmlns:a16="http://schemas.microsoft.com/office/drawing/2014/main" id="{51BE6E3D-DBD0-4AEC-BBB4-AE67F8A9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‫בדקו מיקום או קישור בתצוגה המקדימה, במיוחד אחרי שינוי סוג הפגישה.‬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0C28E-A0FE-48EE-B791-BE497EE7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22">
            <a:extLst xmlns:a="http://schemas.openxmlformats.org/drawingml/2006/main">
              <a:ext uri="{FF2B5EF4-FFF2-40B4-BE49-F238E27FC236}">
                <a16:creationId xmlns:a16="http://schemas.microsoft.com/office/drawing/2014/main" id="{0285B471-961D-46FD-A171-58267251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20</a:t>
            </a:r>
          </a:p>
        </p:txBody>
      </p:sp>
      <p:sp>
        <p:nvSpPr>
          <p:cNvPr id="13" name="native-text-223">
            <a:extLst xmlns:a="http://schemas.openxmlformats.org/drawingml/2006/main">
              <a:ext uri="{FF2B5EF4-FFF2-40B4-BE49-F238E27FC236}">
                <a16:creationId xmlns:a16="http://schemas.microsoft.com/office/drawing/2014/main" id="{01FAB0DD-C8E6-4C0B-BD6F-50B204CB8B91}"/>
              </a:ext>
            </a:extLst>
            <a:hlinkClick xmlns:r="http://schemas.openxmlformats.org/officeDocument/2006/relationships" xmlns:a="http://schemas.openxmlformats.org/drawingml/2006/main" r:id="R812aaabe077047fc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6825716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24">
            <a:extLst xmlns:a="http://schemas.openxmlformats.org/drawingml/2006/main">
              <a:ext uri="{FF2B5EF4-FFF2-40B4-BE49-F238E27FC236}">
                <a16:creationId xmlns:a16="http://schemas.microsoft.com/office/drawing/2014/main" id="{DE211DED-84F6-4CA5-982B-85F1E886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‫צבע, תיאור ומי עדכן‬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3DEB6-23FB-4A4E-83EC-11C86DF935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773e72e3e46e9"/>
          <a:stretch xmlns:a="http://schemas.openxmlformats.org/drawingml/2006/main"/>
        </p:blipFill>
        <p:spPr>
          <a:xfrm xmlns:a="http://schemas.openxmlformats.org/drawingml/2006/main">
            <a:off x="609600" y="2431184"/>
            <a:ext cx="5791200" cy="2281382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25">
            <a:extLst xmlns:a="http://schemas.openxmlformats.org/drawingml/2006/main">
              <a:ext uri="{FF2B5EF4-FFF2-40B4-BE49-F238E27FC236}">
                <a16:creationId xmlns:a16="http://schemas.microsoft.com/office/drawing/2014/main" id="{78DEAFD6-FFD3-4570-93FB-7A05A967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26">
            <a:extLst xmlns:a="http://schemas.openxmlformats.org/drawingml/2006/main">
              <a:ext uri="{FF2B5EF4-FFF2-40B4-BE49-F238E27FC236}">
                <a16:creationId xmlns:a16="http://schemas.microsoft.com/office/drawing/2014/main" id="{38B370FB-7DE8-4DDF-84F3-0F8EDC2A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‫צבע האירוע‬</a:t>
            </a:r>
          </a:p>
        </p:txBody>
      </p:sp>
      <p:sp>
        <p:nvSpPr>
          <p:cNvPr id="5" name="native-text-227">
            <a:extLst xmlns:a="http://schemas.openxmlformats.org/drawingml/2006/main">
              <a:ext uri="{FF2B5EF4-FFF2-40B4-BE49-F238E27FC236}">
                <a16:creationId xmlns:a16="http://schemas.microsoft.com/office/drawing/2014/main" id="{4221B33B-8C1C-42FB-95E0-4C8C7518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צבע מתוך הצבעים שבטופס. צבעי חופשה וחג מנוהלים בנפרד.‬</a:t>
            </a:r>
          </a:p>
        </p:txBody>
      </p:sp>
      <p:sp>
        <p:nvSpPr>
          <p:cNvPr id="6" name="native-text-228">
            <a:extLst xmlns:a="http://schemas.openxmlformats.org/drawingml/2006/main">
              <a:ext uri="{FF2B5EF4-FFF2-40B4-BE49-F238E27FC236}">
                <a16:creationId xmlns:a16="http://schemas.microsoft.com/office/drawing/2014/main" id="{EC1DF2A2-7A28-4908-80BC-DB932923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‫תיאור‬</a:t>
            </a:r>
          </a:p>
        </p:txBody>
      </p:sp>
      <p:sp>
        <p:nvSpPr>
          <p:cNvPr id="7" name="native-text-229">
            <a:extLst xmlns:a="http://schemas.openxmlformats.org/drawingml/2006/main">
              <a:ext uri="{FF2B5EF4-FFF2-40B4-BE49-F238E27FC236}">
                <a16:creationId xmlns:a16="http://schemas.microsoft.com/office/drawing/2014/main" id="{D9306827-F013-4915-ACD6-88C92B9F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‫בשדה ״תיאור״ כותבים את המידע שצריך לקרוא לפני הפגישה. הטקסט המלא נשמר גם אם הכרטיס מקוצר.‬</a:t>
            </a:r>
          </a:p>
        </p:txBody>
      </p:sp>
      <p:sp>
        <p:nvSpPr>
          <p:cNvPr id="8" name="native-text-230">
            <a:extLst xmlns:a="http://schemas.openxmlformats.org/drawingml/2006/main">
              <a:ext uri="{FF2B5EF4-FFF2-40B4-BE49-F238E27FC236}">
                <a16:creationId xmlns:a16="http://schemas.microsoft.com/office/drawing/2014/main" id="{38171A66-3D6D-4501-9AC7-83EF2561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‫רישום הפעולות‬</a:t>
            </a:r>
          </a:p>
        </p:txBody>
      </p:sp>
      <p:sp>
        <p:nvSpPr>
          <p:cNvPr id="9" name="native-text-231">
            <a:extLst xmlns:a="http://schemas.openxmlformats.org/drawingml/2006/main">
              <a:ext uri="{FF2B5EF4-FFF2-40B4-BE49-F238E27FC236}">
                <a16:creationId xmlns:a16="http://schemas.microsoft.com/office/drawing/2014/main" id="{05CF6597-BCF2-4B0D-A996-808951E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‫באירוע קיים מוצג מי יצר אותו ומי עדכן, בהתאם למידע הזמין.‬</a:t>
            </a:r>
          </a:p>
        </p:txBody>
      </p:sp>
      <p:sp>
        <p:nvSpPr>
          <p:cNvPr id="10" name="native-text-232">
            <a:extLst xmlns:a="http://schemas.openxmlformats.org/drawingml/2006/main">
              <a:ext uri="{FF2B5EF4-FFF2-40B4-BE49-F238E27FC236}">
                <a16:creationId xmlns:a16="http://schemas.microsoft.com/office/drawing/2014/main" id="{BDEDD3FC-E33D-48BC-BAE5-0AC8B0AD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‫התראת התנגשות צבעים עוזרת להבחין בין אירועים חופפים. צבע אינו מחליף בדיקת השעה והמשתתפים.‬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E65B3-3F89-4681-9A2A-95D28747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33">
            <a:extLst xmlns:a="http://schemas.openxmlformats.org/drawingml/2006/main">
              <a:ext uri="{FF2B5EF4-FFF2-40B4-BE49-F238E27FC236}">
                <a16:creationId xmlns:a16="http://schemas.microsoft.com/office/drawing/2014/main" id="{193528E8-CABE-4817-9834-91FB0472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21</a:t>
            </a:r>
          </a:p>
        </p:txBody>
      </p:sp>
      <p:sp>
        <p:nvSpPr>
          <p:cNvPr id="13" name="native-text-234">
            <a:extLst xmlns:a="http://schemas.openxmlformats.org/drawingml/2006/main">
              <a:ext uri="{FF2B5EF4-FFF2-40B4-BE49-F238E27FC236}">
                <a16:creationId xmlns:a16="http://schemas.microsoft.com/office/drawing/2014/main" id="{A443C638-DD81-4BD1-A872-8949EAD790D2}"/>
              </a:ext>
            </a:extLst>
            <a:hlinkClick xmlns:r="http://schemas.openxmlformats.org/officeDocument/2006/relationships" xmlns:a="http://schemas.openxmlformats.org/drawingml/2006/main" r:id="Rda060c9fa6c04f2b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4005673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35">
            <a:extLst xmlns:a="http://schemas.openxmlformats.org/drawingml/2006/main">
              <a:ext uri="{FF2B5EF4-FFF2-40B4-BE49-F238E27FC236}">
                <a16:creationId xmlns:a16="http://schemas.microsoft.com/office/drawing/2014/main" id="{49EB4227-8A03-438A-829D-730EB12F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‫את מי לתזכר‬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5FEFB-6F3E-45B1-87F7-35709DB425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c1154a34040ce"/>
          <a:stretch xmlns:a="http://schemas.openxmlformats.org/drawingml/2006/main"/>
        </p:blipFill>
        <p:spPr>
          <a:xfrm xmlns:a="http://schemas.openxmlformats.org/drawingml/2006/main">
            <a:off x="609600" y="1408950"/>
            <a:ext cx="5791200" cy="4325851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36">
            <a:extLst xmlns:a="http://schemas.openxmlformats.org/drawingml/2006/main">
              <a:ext uri="{FF2B5EF4-FFF2-40B4-BE49-F238E27FC236}">
                <a16:creationId xmlns:a16="http://schemas.microsoft.com/office/drawing/2014/main" id="{D8BD7D2C-7D66-4733-9824-2AE15322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37">
            <a:extLst xmlns:a="http://schemas.openxmlformats.org/drawingml/2006/main">
              <a:ext uri="{FF2B5EF4-FFF2-40B4-BE49-F238E27FC236}">
                <a16:creationId xmlns:a16="http://schemas.microsoft.com/office/drawing/2014/main" id="{4C47F511-7C05-4747-B0DF-1E8EC716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‫עורך הדין‬</a:t>
            </a:r>
          </a:p>
        </p:txBody>
      </p:sp>
      <p:sp>
        <p:nvSpPr>
          <p:cNvPr id="5" name="native-text-238">
            <a:extLst xmlns:a="http://schemas.openxmlformats.org/drawingml/2006/main">
              <a:ext uri="{FF2B5EF4-FFF2-40B4-BE49-F238E27FC236}">
                <a16:creationId xmlns:a16="http://schemas.microsoft.com/office/drawing/2014/main" id="{9E9222D8-61CF-41CC-B4EA-5E654E06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‫באזור ״תזכורות לעורך דין״ בוחרים את מועדי התזכורות למנהלים המשויכים.‬</a:t>
            </a:r>
          </a:p>
        </p:txBody>
      </p:sp>
      <p:sp>
        <p:nvSpPr>
          <p:cNvPr id="6" name="native-text-239">
            <a:extLst xmlns:a="http://schemas.openxmlformats.org/drawingml/2006/main">
              <a:ext uri="{FF2B5EF4-FFF2-40B4-BE49-F238E27FC236}">
                <a16:creationId xmlns:a16="http://schemas.microsoft.com/office/drawing/2014/main" id="{49DC97B8-C2C8-4230-AE75-93B3815A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‫הלקוח‬</a:t>
            </a:r>
          </a:p>
        </p:txBody>
      </p:sp>
      <p:sp>
        <p:nvSpPr>
          <p:cNvPr id="7" name="native-text-240">
            <a:extLst xmlns:a="http://schemas.openxmlformats.org/drawingml/2006/main">
              <a:ext uri="{FF2B5EF4-FFF2-40B4-BE49-F238E27FC236}">
                <a16:creationId xmlns:a16="http://schemas.microsoft.com/office/drawing/2014/main" id="{A8BEA827-A46E-43A9-A2B0-678F399E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‫באזור ״תזכורות ללקוח״ בוחרים את המועדים ללקוחות. האזור מופיע כשיש נמען מתאים.‬</a:t>
            </a:r>
          </a:p>
        </p:txBody>
      </p:sp>
      <p:sp>
        <p:nvSpPr>
          <p:cNvPr id="8" name="native-text-241">
            <a:extLst xmlns:a="http://schemas.openxmlformats.org/drawingml/2006/main">
              <a:ext uri="{FF2B5EF4-FFF2-40B4-BE49-F238E27FC236}">
                <a16:creationId xmlns:a16="http://schemas.microsoft.com/office/drawing/2014/main" id="{FD1A06E4-1EB2-4699-BBEB-653CD3B6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‫יעדי השליחה‬</a:t>
            </a:r>
          </a:p>
        </p:txBody>
      </p:sp>
      <p:sp>
        <p:nvSpPr>
          <p:cNvPr id="9" name="native-text-242">
            <a:extLst xmlns:a="http://schemas.openxmlformats.org/drawingml/2006/main">
              <a:ext uri="{FF2B5EF4-FFF2-40B4-BE49-F238E27FC236}">
                <a16:creationId xmlns:a16="http://schemas.microsoft.com/office/drawing/2014/main" id="{FD16DD41-D7F5-49E1-AA56-F95D69C6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‫כשמופיע ״למי לשלוח את התזכורת״ בוחרים לקוח, עורך דין/מנהל או שניהם.‬</a:t>
            </a:r>
          </a:p>
        </p:txBody>
      </p:sp>
      <p:sp>
        <p:nvSpPr>
          <p:cNvPr id="10" name="native-text-243">
            <a:extLst xmlns:a="http://schemas.openxmlformats.org/drawingml/2006/main">
              <a:ext uri="{FF2B5EF4-FFF2-40B4-BE49-F238E27FC236}">
                <a16:creationId xmlns:a16="http://schemas.microsoft.com/office/drawing/2014/main" id="{3586A442-1A79-4C58-A0CC-6FD697DB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‫מועדי התזכורות למנהלים וללקוחות נפרדים. בדקו את שתי הרשימות לפני שמירה.‬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4B977-1985-484D-A6CB-6312A845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44">
            <a:extLst xmlns:a="http://schemas.openxmlformats.org/drawingml/2006/main">
              <a:ext uri="{FF2B5EF4-FFF2-40B4-BE49-F238E27FC236}">
                <a16:creationId xmlns:a16="http://schemas.microsoft.com/office/drawing/2014/main" id="{4C0F1637-C4CA-45EF-AEDF-EF4079BE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22</a:t>
            </a:r>
          </a:p>
        </p:txBody>
      </p:sp>
      <p:sp>
        <p:nvSpPr>
          <p:cNvPr id="13" name="native-text-245">
            <a:extLst xmlns:a="http://schemas.openxmlformats.org/drawingml/2006/main">
              <a:ext uri="{FF2B5EF4-FFF2-40B4-BE49-F238E27FC236}">
                <a16:creationId xmlns:a16="http://schemas.microsoft.com/office/drawing/2014/main" id="{479B1794-BE82-4038-BC4A-3C05066DE3A6}"/>
              </a:ext>
            </a:extLst>
            <a:hlinkClick xmlns:r="http://schemas.openxmlformats.org/officeDocument/2006/relationships" xmlns:a="http://schemas.openxmlformats.org/drawingml/2006/main" r:id="R4234f7b8e0da409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745763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46">
            <a:extLst xmlns:a="http://schemas.openxmlformats.org/drawingml/2006/main">
              <a:ext uri="{FF2B5EF4-FFF2-40B4-BE49-F238E27FC236}">
                <a16:creationId xmlns:a16="http://schemas.microsoft.com/office/drawing/2014/main" id="{15FB04F8-D0FE-4BCB-8BC9-85CCE7C9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‫מתי ואיך לשלוח תזכורות‬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33970-E81B-4261-8E64-8973E28C74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0a2684bd94e69"/>
          <a:stretch xmlns:a="http://schemas.openxmlformats.org/drawingml/2006/main"/>
        </p:blipFill>
        <p:spPr>
          <a:xfrm xmlns:a="http://schemas.openxmlformats.org/drawingml/2006/main">
            <a:off x="609600" y="2185497"/>
            <a:ext cx="5791200" cy="2772756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47">
            <a:extLst xmlns:a="http://schemas.openxmlformats.org/drawingml/2006/main">
              <a:ext uri="{FF2B5EF4-FFF2-40B4-BE49-F238E27FC236}">
                <a16:creationId xmlns:a16="http://schemas.microsoft.com/office/drawing/2014/main" id="{67504DDC-DED8-4C8D-B0ED-0A52368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48">
            <a:extLst xmlns:a="http://schemas.openxmlformats.org/drawingml/2006/main">
              <a:ext uri="{FF2B5EF4-FFF2-40B4-BE49-F238E27FC236}">
                <a16:creationId xmlns:a16="http://schemas.microsoft.com/office/drawing/2014/main" id="{2A3092B6-AFCB-48BF-AFC5-BE73A29D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‫מועדים‬</a:t>
            </a:r>
          </a:p>
        </p:txBody>
      </p:sp>
      <p:sp>
        <p:nvSpPr>
          <p:cNvPr id="5" name="native-text-249">
            <a:extLst xmlns:a="http://schemas.openxmlformats.org/drawingml/2006/main">
              <a:ext uri="{FF2B5EF4-FFF2-40B4-BE49-F238E27FC236}">
                <a16:creationId xmlns:a16="http://schemas.microsoft.com/office/drawing/2014/main" id="{545C5C81-2CF7-49F4-A1E2-9E775486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‫אפשר לבחור כמה מועדים לפני האירוע: למשל יום לפני ושעה לפני. לחיצה נוספת מבטלת בחירה.‬</a:t>
            </a:r>
          </a:p>
        </p:txBody>
      </p:sp>
      <p:sp>
        <p:nvSpPr>
          <p:cNvPr id="6" name="native-text-250">
            <a:extLst xmlns:a="http://schemas.openxmlformats.org/drawingml/2006/main">
              <a:ext uri="{FF2B5EF4-FFF2-40B4-BE49-F238E27FC236}">
                <a16:creationId xmlns:a16="http://schemas.microsoft.com/office/drawing/2014/main" id="{199082E2-366A-40B1-8A6D-EC6990CE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‫ערוצים‬</a:t>
            </a:r>
          </a:p>
        </p:txBody>
      </p:sp>
      <p:sp>
        <p:nvSpPr>
          <p:cNvPr id="7" name="native-text-251">
            <a:extLst xmlns:a="http://schemas.openxmlformats.org/drawingml/2006/main">
              <a:ext uri="{FF2B5EF4-FFF2-40B4-BE49-F238E27FC236}">
                <a16:creationId xmlns:a16="http://schemas.microsoft.com/office/drawing/2014/main" id="{3AB35A52-48F2-4B71-9065-0AFE5A64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את הערוצים הזמינים: הודעת אפליקציה, מסרון או אימייל. אם נבחר מועד, נדרש לפחות ערוץ אחד.‬</a:t>
            </a:r>
          </a:p>
        </p:txBody>
      </p:sp>
      <p:sp>
        <p:nvSpPr>
          <p:cNvPr id="8" name="native-text-252">
            <a:extLst xmlns:a="http://schemas.openxmlformats.org/drawingml/2006/main">
              <a:ext uri="{FF2B5EF4-FFF2-40B4-BE49-F238E27FC236}">
                <a16:creationId xmlns:a16="http://schemas.microsoft.com/office/drawing/2014/main" id="{6310C7B4-E478-42AA-B26C-B373C86E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45661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‫חלונות שקט‬</a:t>
            </a:r>
          </a:p>
        </p:txBody>
      </p:sp>
      <p:sp>
        <p:nvSpPr>
          <p:cNvPr id="9" name="native-text-253">
            <a:extLst xmlns:a="http://schemas.openxmlformats.org/drawingml/2006/main">
              <a:ext uri="{FF2B5EF4-FFF2-40B4-BE49-F238E27FC236}">
                <a16:creationId xmlns:a16="http://schemas.microsoft.com/office/drawing/2014/main" id="{9581F5F1-F065-4020-9E00-7B82F816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22089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‫הזמנה או תזכורת מיידית עשויות להידחות בחלון השקט של המשרד. הודעה במסך תציין את המועד.‬</a:t>
            </a:r>
          </a:p>
        </p:txBody>
      </p:sp>
      <p:sp>
        <p:nvSpPr>
          <p:cNvPr id="10" name="native-text-254">
            <a:extLst xmlns:a="http://schemas.openxmlformats.org/drawingml/2006/main">
              <a:ext uri="{FF2B5EF4-FFF2-40B4-BE49-F238E27FC236}">
                <a16:creationId xmlns:a16="http://schemas.microsoft.com/office/drawing/2014/main" id="{8002BF39-10C9-4B2A-A6FF-3E4DD6F3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‫בלי מועדי תזכורת לא תישלח תזכורת לאירוע. האפשרויות הזמינות תלויות בהגדרות המשרד.‬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E8B1B-0E4F-4669-9324-CC235A51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55">
            <a:extLst xmlns:a="http://schemas.openxmlformats.org/drawingml/2006/main">
              <a:ext uri="{FF2B5EF4-FFF2-40B4-BE49-F238E27FC236}">
                <a16:creationId xmlns:a16="http://schemas.microsoft.com/office/drawing/2014/main" id="{4BD48239-A927-4867-A11B-5669B455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23</a:t>
            </a:r>
          </a:p>
        </p:txBody>
      </p:sp>
      <p:sp>
        <p:nvSpPr>
          <p:cNvPr id="13" name="native-text-256">
            <a:extLst xmlns:a="http://schemas.openxmlformats.org/drawingml/2006/main">
              <a:ext uri="{FF2B5EF4-FFF2-40B4-BE49-F238E27FC236}">
                <a16:creationId xmlns:a16="http://schemas.microsoft.com/office/drawing/2014/main" id="{1DF6D99E-D5E8-42EC-9800-7DC5C03D8239}"/>
              </a:ext>
            </a:extLst>
            <a:hlinkClick xmlns:r="http://schemas.openxmlformats.org/officeDocument/2006/relationships" xmlns:a="http://schemas.openxmlformats.org/drawingml/2006/main" r:id="Rc18f66b8b52942a7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9313037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57">
            <a:extLst xmlns:a="http://schemas.openxmlformats.org/drawingml/2006/main">
              <a:ext uri="{FF2B5EF4-FFF2-40B4-BE49-F238E27FC236}">
                <a16:creationId xmlns:a16="http://schemas.microsoft.com/office/drawing/2014/main" id="{E83AF4CF-54CF-43D7-8831-32063D9C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‫הזמנה ותזכורת הן שתי הודעות שונות‬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2228A-06F7-4694-B894-A17C0830C0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28d0562734f6c"/>
          <a:stretch xmlns:a="http://schemas.openxmlformats.org/drawingml/2006/main"/>
        </p:blipFill>
        <p:spPr>
          <a:xfrm xmlns:a="http://schemas.openxmlformats.org/drawingml/2006/main">
            <a:off x="1491582" y="1276350"/>
            <a:ext cx="4027237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58">
            <a:extLst xmlns:a="http://schemas.openxmlformats.org/drawingml/2006/main">
              <a:ext uri="{FF2B5EF4-FFF2-40B4-BE49-F238E27FC236}">
                <a16:creationId xmlns:a16="http://schemas.microsoft.com/office/drawing/2014/main" id="{272CB59C-7052-4ED1-8D02-FD5249AC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59">
            <a:extLst xmlns:a="http://schemas.openxmlformats.org/drawingml/2006/main">
              <a:ext uri="{FF2B5EF4-FFF2-40B4-BE49-F238E27FC236}">
                <a16:creationId xmlns:a16="http://schemas.microsoft.com/office/drawing/2014/main" id="{F25D87D3-1397-4F48-8EE8-6DBA8018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‫הזמנה לאישור הגעה‬</a:t>
            </a:r>
          </a:p>
        </p:txBody>
      </p:sp>
      <p:sp>
        <p:nvSpPr>
          <p:cNvPr id="5" name="native-text-260">
            <a:extLst xmlns:a="http://schemas.openxmlformats.org/drawingml/2006/main">
              <a:ext uri="{FF2B5EF4-FFF2-40B4-BE49-F238E27FC236}">
                <a16:creationId xmlns:a16="http://schemas.microsoft.com/office/drawing/2014/main" id="{7CC4FF5F-C72B-4FA0-BE04-02FF93B6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‫״הודעת אישור הגעה (‪SMS‬)״ נשלחת כשנוצרת הזמנה וכוללת קישור לאישור או דחיית ההגעה.‬</a:t>
            </a:r>
          </a:p>
        </p:txBody>
      </p:sp>
      <p:sp>
        <p:nvSpPr>
          <p:cNvPr id="6" name="native-text-261">
            <a:extLst xmlns:a="http://schemas.openxmlformats.org/drawingml/2006/main">
              <a:ext uri="{FF2B5EF4-FFF2-40B4-BE49-F238E27FC236}">
                <a16:creationId xmlns:a16="http://schemas.microsoft.com/office/drawing/2014/main" id="{6C467183-320E-459D-836F-B772F0F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‫תזכורת לפני הפגישה‬</a:t>
            </a:r>
          </a:p>
        </p:txBody>
      </p:sp>
      <p:sp>
        <p:nvSpPr>
          <p:cNvPr id="7" name="native-text-262">
            <a:extLst xmlns:a="http://schemas.openxmlformats.org/drawingml/2006/main">
              <a:ext uri="{FF2B5EF4-FFF2-40B4-BE49-F238E27FC236}">
                <a16:creationId xmlns:a16="http://schemas.microsoft.com/office/drawing/2014/main" id="{DB07CE6C-7264-46EA-90EF-1AFAFB03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‫״הודעת תזכורת ללקוח (‪SMS‬)״ נשלחת לפי מועדי התזכורת שנבחרו.‬</a:t>
            </a:r>
          </a:p>
        </p:txBody>
      </p:sp>
      <p:sp>
        <p:nvSpPr>
          <p:cNvPr id="8" name="native-text-263">
            <a:extLst xmlns:a="http://schemas.openxmlformats.org/drawingml/2006/main">
              <a:ext uri="{FF2B5EF4-FFF2-40B4-BE49-F238E27FC236}">
                <a16:creationId xmlns:a16="http://schemas.microsoft.com/office/drawing/2014/main" id="{09CD6D94-C46F-4843-826D-C0E497FD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‫הבחירה עצמאית‬</a:t>
            </a:r>
          </a:p>
        </p:txBody>
      </p:sp>
      <p:sp>
        <p:nvSpPr>
          <p:cNvPr id="9" name="native-text-264">
            <a:extLst xmlns:a="http://schemas.openxmlformats.org/drawingml/2006/main">
              <a:ext uri="{FF2B5EF4-FFF2-40B4-BE49-F238E27FC236}">
                <a16:creationId xmlns:a16="http://schemas.microsoft.com/office/drawing/2014/main" id="{6E9C990F-31DB-4E7B-BE28-B0AB22BB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‫אישור או דחיית הגעה אינם מבטלים אוטומטית את התזכורות. כדי לעצור תזכורות לעדכון מבוטל משתמשים בביטול הפגישה.‬</a:t>
            </a:r>
          </a:p>
        </p:txBody>
      </p:sp>
      <p:sp>
        <p:nvSpPr>
          <p:cNvPr id="10" name="native-text-265">
            <a:extLst xmlns:a="http://schemas.openxmlformats.org/drawingml/2006/main">
              <a:ext uri="{FF2B5EF4-FFF2-40B4-BE49-F238E27FC236}">
                <a16:creationId xmlns:a16="http://schemas.microsoft.com/office/drawing/2014/main" id="{CA731BD1-42E9-43B8-94A1-F6718B66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‫שינוי נוסח הודעה אינו מחליף בחירת נמענים, מועד וערוץ.‬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2E054-EEC9-44A4-94A6-C56017D0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66">
            <a:extLst xmlns:a="http://schemas.openxmlformats.org/drawingml/2006/main">
              <a:ext uri="{FF2B5EF4-FFF2-40B4-BE49-F238E27FC236}">
                <a16:creationId xmlns:a16="http://schemas.microsoft.com/office/drawing/2014/main" id="{FBCDBCED-138D-41EB-86D6-BC20586D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24</a:t>
            </a:r>
          </a:p>
        </p:txBody>
      </p:sp>
      <p:sp>
        <p:nvSpPr>
          <p:cNvPr id="13" name="native-text-267">
            <a:extLst xmlns:a="http://schemas.openxmlformats.org/drawingml/2006/main">
              <a:ext uri="{FF2B5EF4-FFF2-40B4-BE49-F238E27FC236}">
                <a16:creationId xmlns:a16="http://schemas.microsoft.com/office/drawing/2014/main" id="{AE024D23-E1D8-4588-95DA-0440FF4471F2}"/>
              </a:ext>
            </a:extLst>
            <a:hlinkClick xmlns:r="http://schemas.openxmlformats.org/officeDocument/2006/relationships" xmlns:a="http://schemas.openxmlformats.org/drawingml/2006/main" r:id="R2824a50508144059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4329470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68">
            <a:extLst xmlns:a="http://schemas.openxmlformats.org/drawingml/2006/main">
              <a:ext uri="{FF2B5EF4-FFF2-40B4-BE49-F238E27FC236}">
                <a16:creationId xmlns:a16="http://schemas.microsoft.com/office/drawing/2014/main" id="{31AE6704-401E-4CF8-8555-0F738DCC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‫עריכת הודעה והוספת משתנים‬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A0C1B-4BD0-4D3A-84EE-456AFFEAE1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7d9febc87466e"/>
          <a:stretch xmlns:a="http://schemas.openxmlformats.org/drawingml/2006/main"/>
        </p:blipFill>
        <p:spPr>
          <a:xfrm xmlns:a="http://schemas.openxmlformats.org/drawingml/2006/main">
            <a:off x="950110" y="1276350"/>
            <a:ext cx="5110179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69">
            <a:extLst xmlns:a="http://schemas.openxmlformats.org/drawingml/2006/main">
              <a:ext uri="{FF2B5EF4-FFF2-40B4-BE49-F238E27FC236}">
                <a16:creationId xmlns:a16="http://schemas.microsoft.com/office/drawing/2014/main" id="{7AB9324D-C2FA-420A-B2A3-965A180D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70">
            <a:extLst xmlns:a="http://schemas.openxmlformats.org/drawingml/2006/main">
              <a:ext uri="{FF2B5EF4-FFF2-40B4-BE49-F238E27FC236}">
                <a16:creationId xmlns:a16="http://schemas.microsoft.com/office/drawing/2014/main" id="{C2B80339-B7D3-458C-A6AF-B24D25B4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‫פותחים עריכה‬</a:t>
            </a:r>
          </a:p>
        </p:txBody>
      </p:sp>
      <p:sp>
        <p:nvSpPr>
          <p:cNvPr id="5" name="native-text-271">
            <a:extLst xmlns:a="http://schemas.openxmlformats.org/drawingml/2006/main">
              <a:ext uri="{FF2B5EF4-FFF2-40B4-BE49-F238E27FC236}">
                <a16:creationId xmlns:a16="http://schemas.microsoft.com/office/drawing/2014/main" id="{0C2B0207-F2B0-4FB6-9769-7714A119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״ערוך הודעה״ בכרטיס ההודעה המתאים. משנים את הטקסט בשדה שנפתח.‬</a:t>
            </a:r>
          </a:p>
        </p:txBody>
      </p:sp>
      <p:sp>
        <p:nvSpPr>
          <p:cNvPr id="6" name="native-text-272">
            <a:extLst xmlns:a="http://schemas.openxmlformats.org/drawingml/2006/main">
              <a:ext uri="{FF2B5EF4-FFF2-40B4-BE49-F238E27FC236}">
                <a16:creationId xmlns:a16="http://schemas.microsoft.com/office/drawing/2014/main" id="{987103CE-8EFB-4F2D-8617-4DF98847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‫מוסיפים נתון‬</a:t>
            </a:r>
          </a:p>
        </p:txBody>
      </p:sp>
      <p:sp>
        <p:nvSpPr>
          <p:cNvPr id="7" name="native-text-273">
            <a:extLst xmlns:a="http://schemas.openxmlformats.org/drawingml/2006/main">
              <a:ext uri="{FF2B5EF4-FFF2-40B4-BE49-F238E27FC236}">
                <a16:creationId xmlns:a16="http://schemas.microsoft.com/office/drawing/2014/main" id="{404A312F-74B4-4B13-888E-D5387DE9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‫ממקמים את הסמן ואז לוחצים על תווית, למשל ״שם הלקוח״, ״תאריך״ או ״שעה״. נוסף סימון בסוגריים מסולסלים; בתצוגה המקדימה הוא מוחלף בנתון.‬</a:t>
            </a:r>
          </a:p>
        </p:txBody>
      </p:sp>
      <p:sp>
        <p:nvSpPr>
          <p:cNvPr id="8" name="native-text-274">
            <a:extLst xmlns:a="http://schemas.openxmlformats.org/drawingml/2006/main">
              <a:ext uri="{FF2B5EF4-FFF2-40B4-BE49-F238E27FC236}">
                <a16:creationId xmlns:a16="http://schemas.microsoft.com/office/drawing/2014/main" id="{462D38F4-24DC-4C0C-A958-0AA398E3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45661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‫בודקים ושומרים‬</a:t>
            </a:r>
          </a:p>
        </p:txBody>
      </p:sp>
      <p:sp>
        <p:nvSpPr>
          <p:cNvPr id="9" name="native-text-275">
            <a:extLst xmlns:a="http://schemas.openxmlformats.org/drawingml/2006/main">
              <a:ext uri="{FF2B5EF4-FFF2-40B4-BE49-F238E27FC236}">
                <a16:creationId xmlns:a16="http://schemas.microsoft.com/office/drawing/2014/main" id="{28ABC465-672E-480E-87ED-9DEC535B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22089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‫״סגור עריכה״ מחזיר לתצוגה המקדימה. שמירת הנוסח נעשית יחד עם ״שמור״ בטופס האירוע.‬</a:t>
            </a:r>
          </a:p>
        </p:txBody>
      </p:sp>
      <p:sp>
        <p:nvSpPr>
          <p:cNvPr id="10" name="native-text-276">
            <a:extLst xmlns:a="http://schemas.openxmlformats.org/drawingml/2006/main">
              <a:ext uri="{FF2B5EF4-FFF2-40B4-BE49-F238E27FC236}">
                <a16:creationId xmlns:a16="http://schemas.microsoft.com/office/drawing/2014/main" id="{AD7BC5E2-963A-49EA-9886-17CDD134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‫״שחזר ברירת מחדל״ מחליף את הנוסח בנוסח ברירת המחדל. בדקו לפני שמירה.‬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32D41-F38B-4C50-8572-BDC62753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77">
            <a:extLst xmlns:a="http://schemas.openxmlformats.org/drawingml/2006/main">
              <a:ext uri="{FF2B5EF4-FFF2-40B4-BE49-F238E27FC236}">
                <a16:creationId xmlns:a16="http://schemas.microsoft.com/office/drawing/2014/main" id="{BCCF676E-F275-41B6-9E1D-5055B038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25</a:t>
            </a:r>
          </a:p>
        </p:txBody>
      </p:sp>
      <p:sp>
        <p:nvSpPr>
          <p:cNvPr id="13" name="native-text-278">
            <a:extLst xmlns:a="http://schemas.openxmlformats.org/drawingml/2006/main">
              <a:ext uri="{FF2B5EF4-FFF2-40B4-BE49-F238E27FC236}">
                <a16:creationId xmlns:a16="http://schemas.microsoft.com/office/drawing/2014/main" id="{B79DA0F0-47CD-4478-82B5-FC2A908E037C}"/>
              </a:ext>
            </a:extLst>
            <a:hlinkClick xmlns:r="http://schemas.openxmlformats.org/officeDocument/2006/relationships" xmlns:a="http://schemas.openxmlformats.org/drawingml/2006/main" r:id="R1b8f535a0afe404b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6824695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79">
            <a:extLst xmlns:a="http://schemas.openxmlformats.org/drawingml/2006/main">
              <a:ext uri="{FF2B5EF4-FFF2-40B4-BE49-F238E27FC236}">
                <a16:creationId xmlns:a16="http://schemas.microsoft.com/office/drawing/2014/main" id="{DA0C41C5-1172-4F23-B5C0-0D114BD7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‫כך תיראה ההודעה ללקוח‬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C75B1-0DAD-4C86-8DF1-DBEFB724D5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ec34143244635"/>
          <a:stretch xmlns:a="http://schemas.openxmlformats.org/drawingml/2006/main"/>
        </p:blipFill>
        <p:spPr>
          <a:xfrm xmlns:a="http://schemas.openxmlformats.org/drawingml/2006/main">
            <a:off x="609600" y="2432020"/>
            <a:ext cx="5791200" cy="227971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80">
            <a:extLst xmlns:a="http://schemas.openxmlformats.org/drawingml/2006/main">
              <a:ext uri="{FF2B5EF4-FFF2-40B4-BE49-F238E27FC236}">
                <a16:creationId xmlns:a16="http://schemas.microsoft.com/office/drawing/2014/main" id="{2F279A39-6ADD-40B2-99F2-5BF55294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81">
            <a:extLst xmlns:a="http://schemas.openxmlformats.org/drawingml/2006/main">
              <a:ext uri="{FF2B5EF4-FFF2-40B4-BE49-F238E27FC236}">
                <a16:creationId xmlns:a16="http://schemas.microsoft.com/office/drawing/2014/main" id="{DDDCA16C-C2F0-424B-86AD-809F3C8E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‫תצוגה לכל נמען‬</a:t>
            </a:r>
          </a:p>
        </p:txBody>
      </p:sp>
      <p:sp>
        <p:nvSpPr>
          <p:cNvPr id="5" name="native-text-282">
            <a:extLst xmlns:a="http://schemas.openxmlformats.org/drawingml/2006/main">
              <a:ext uri="{FF2B5EF4-FFF2-40B4-BE49-F238E27FC236}">
                <a16:creationId xmlns:a16="http://schemas.microsoft.com/office/drawing/2014/main" id="{81F21C94-AE0C-4E48-9027-22513F93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‫כשיש כמה לקוחות, התצוגה המקדימה מציגה הודעה נפרדת עם השם והפרטים של כל אחד.‬</a:t>
            </a:r>
          </a:p>
        </p:txBody>
      </p:sp>
      <p:sp>
        <p:nvSpPr>
          <p:cNvPr id="6" name="native-text-283">
            <a:extLst xmlns:a="http://schemas.openxmlformats.org/drawingml/2006/main">
              <a:ext uri="{FF2B5EF4-FFF2-40B4-BE49-F238E27FC236}">
                <a16:creationId xmlns:a16="http://schemas.microsoft.com/office/drawing/2014/main" id="{3A101C8C-1BC7-4E8A-A8B4-36F4F507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‫נתונים חסרים‬</a:t>
            </a:r>
          </a:p>
        </p:txBody>
      </p:sp>
      <p:sp>
        <p:nvSpPr>
          <p:cNvPr id="7" name="native-text-284">
            <a:extLst xmlns:a="http://schemas.openxmlformats.org/drawingml/2006/main">
              <a:ext uri="{FF2B5EF4-FFF2-40B4-BE49-F238E27FC236}">
                <a16:creationId xmlns:a16="http://schemas.microsoft.com/office/drawing/2014/main" id="{1A71752E-447C-4AA9-AD84-C76839D2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‫אם משתנה אינו מקבל נתון, עשויה להופיע תווית במקום המידע. משלימים פרטים ובודקים שוב.‬</a:t>
            </a:r>
          </a:p>
        </p:txBody>
      </p:sp>
      <p:sp>
        <p:nvSpPr>
          <p:cNvPr id="8" name="native-text-285">
            <a:extLst xmlns:a="http://schemas.openxmlformats.org/drawingml/2006/main">
              <a:ext uri="{FF2B5EF4-FFF2-40B4-BE49-F238E27FC236}">
                <a16:creationId xmlns:a16="http://schemas.microsoft.com/office/drawing/2014/main" id="{01E0E995-91BD-4FE7-8324-49982882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‫מקום וקישור‬</a:t>
            </a:r>
          </a:p>
        </p:txBody>
      </p:sp>
      <p:sp>
        <p:nvSpPr>
          <p:cNvPr id="9" name="native-text-286">
            <a:extLst xmlns:a="http://schemas.openxmlformats.org/drawingml/2006/main">
              <a:ext uri="{FF2B5EF4-FFF2-40B4-BE49-F238E27FC236}">
                <a16:creationId xmlns:a16="http://schemas.microsoft.com/office/drawing/2014/main" id="{792AB01A-6309-4331-ADC1-7E8293EA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‫בפגישה טלפונית מוסרות שורות הגעה; בזום מוצג קישור; בפגישה פרונטלית מוצגת כתובת וקישורי ניווט שיש להם נתונים.‬</a:t>
            </a:r>
          </a:p>
        </p:txBody>
      </p:sp>
      <p:sp>
        <p:nvSpPr>
          <p:cNvPr id="10" name="native-text-287">
            <a:extLst xmlns:a="http://schemas.openxmlformats.org/drawingml/2006/main">
              <a:ext uri="{FF2B5EF4-FFF2-40B4-BE49-F238E27FC236}">
                <a16:creationId xmlns:a16="http://schemas.microsoft.com/office/drawing/2014/main" id="{53817E0D-5290-4FF0-B6F3-6E9BA3C5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‫קראו את ההודעה לפני שמירה. התצוגה המקדימה מציגה את הנוסח, ואינה אישור שהודעה נמסרה.‬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EB9CC-D504-45EC-9181-8095EF9D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88">
            <a:extLst xmlns:a="http://schemas.openxmlformats.org/drawingml/2006/main">
              <a:ext uri="{FF2B5EF4-FFF2-40B4-BE49-F238E27FC236}">
                <a16:creationId xmlns:a16="http://schemas.microsoft.com/office/drawing/2014/main" id="{1F85E646-F60F-4A0E-AECE-F537E962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26</a:t>
            </a:r>
          </a:p>
        </p:txBody>
      </p:sp>
      <p:sp>
        <p:nvSpPr>
          <p:cNvPr id="13" name="native-text-289">
            <a:extLst xmlns:a="http://schemas.openxmlformats.org/drawingml/2006/main">
              <a:ext uri="{FF2B5EF4-FFF2-40B4-BE49-F238E27FC236}">
                <a16:creationId xmlns:a16="http://schemas.microsoft.com/office/drawing/2014/main" id="{CFA95006-82C8-4591-A963-3EDD0EA4F828}"/>
              </a:ext>
            </a:extLst>
            <a:hlinkClick xmlns:r="http://schemas.openxmlformats.org/officeDocument/2006/relationships" xmlns:a="http://schemas.openxmlformats.org/drawingml/2006/main" r:id="R13b61b53f40d404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15955057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90">
            <a:extLst xmlns:a="http://schemas.openxmlformats.org/drawingml/2006/main">
              <a:ext uri="{FF2B5EF4-FFF2-40B4-BE49-F238E27FC236}">
                <a16:creationId xmlns:a16="http://schemas.microsoft.com/office/drawing/2014/main" id="{DD25579C-E9D9-41F0-A781-20A003AA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‫אישורי הגעה של הלקוחות‬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6E322-3279-4A13-BA05-FEFA1D5D6F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78d7588c24686"/>
          <a:stretch xmlns:a="http://schemas.openxmlformats.org/drawingml/2006/main"/>
        </p:blipFill>
        <p:spPr>
          <a:xfrm xmlns:a="http://schemas.openxmlformats.org/drawingml/2006/main">
            <a:off x="609600" y="2749157"/>
            <a:ext cx="5791200" cy="1645436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91">
            <a:extLst xmlns:a="http://schemas.openxmlformats.org/drawingml/2006/main">
              <a:ext uri="{FF2B5EF4-FFF2-40B4-BE49-F238E27FC236}">
                <a16:creationId xmlns:a16="http://schemas.microsoft.com/office/drawing/2014/main" id="{1AFE30A4-09BB-4490-87A8-9ED170F8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92">
            <a:extLst xmlns:a="http://schemas.openxmlformats.org/drawingml/2006/main">
              <a:ext uri="{FF2B5EF4-FFF2-40B4-BE49-F238E27FC236}">
                <a16:creationId xmlns:a16="http://schemas.microsoft.com/office/drawing/2014/main" id="{05155FC2-7BBF-4776-9676-DF2248C1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‫הסיכום בכרטיס‬</a:t>
            </a:r>
          </a:p>
        </p:txBody>
      </p:sp>
      <p:sp>
        <p:nvSpPr>
          <p:cNvPr id="5" name="native-text-293">
            <a:extLst xmlns:a="http://schemas.openxmlformats.org/drawingml/2006/main">
              <a:ext uri="{FF2B5EF4-FFF2-40B4-BE49-F238E27FC236}">
                <a16:creationId xmlns:a16="http://schemas.microsoft.com/office/drawing/2014/main" id="{17B7B86E-2665-4A14-A3EE-EEFF167C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‫מופיע מצב האישור. כשחלק מהלקוחות אישרו, הסיכום מציג כמה אישרו מתוך המוזמנים.‬</a:t>
            </a:r>
          </a:p>
        </p:txBody>
      </p:sp>
      <p:sp>
        <p:nvSpPr>
          <p:cNvPr id="6" name="native-text-294">
            <a:extLst xmlns:a="http://schemas.openxmlformats.org/drawingml/2006/main">
              <a:ext uri="{FF2B5EF4-FFF2-40B4-BE49-F238E27FC236}">
                <a16:creationId xmlns:a16="http://schemas.microsoft.com/office/drawing/2014/main" id="{5E0BEDFA-670E-4711-8239-66AE4EA4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‫כל לקוח בנפרד‬</a:t>
            </a:r>
          </a:p>
        </p:txBody>
      </p:sp>
      <p:sp>
        <p:nvSpPr>
          <p:cNvPr id="7" name="native-text-295">
            <a:extLst xmlns:a="http://schemas.openxmlformats.org/drawingml/2006/main">
              <a:ext uri="{FF2B5EF4-FFF2-40B4-BE49-F238E27FC236}">
                <a16:creationId xmlns:a16="http://schemas.microsoft.com/office/drawing/2014/main" id="{7D0711F6-CA15-42E7-A23E-C840F06E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‫פותחים את האירוע ומסתכלים באזור ״סטטוס אישור לפי לקוח״.‬</a:t>
            </a:r>
          </a:p>
        </p:txBody>
      </p:sp>
      <p:sp>
        <p:nvSpPr>
          <p:cNvPr id="8" name="native-text-296">
            <a:extLst xmlns:a="http://schemas.openxmlformats.org/drawingml/2006/main">
              <a:ext uri="{FF2B5EF4-FFF2-40B4-BE49-F238E27FC236}">
                <a16:creationId xmlns:a16="http://schemas.microsoft.com/office/drawing/2014/main" id="{4FD6966F-1BE3-4A4B-BF17-6EBE40BC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‫פעולה מהצוות‬</a:t>
            </a:r>
          </a:p>
        </p:txBody>
      </p:sp>
      <p:sp>
        <p:nvSpPr>
          <p:cNvPr id="9" name="native-text-297">
            <a:extLst xmlns:a="http://schemas.openxmlformats.org/drawingml/2006/main">
              <a:ext uri="{FF2B5EF4-FFF2-40B4-BE49-F238E27FC236}">
                <a16:creationId xmlns:a16="http://schemas.microsoft.com/office/drawing/2014/main" id="{E628E048-7516-47DA-B9DD-A5C81E88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‫ליד לקוח מתאים אפשר לסמן אישור בשיחה טלפונית או לשלוח הזמנה מחדש באמצעות האייקון שמוצג.‬</a:t>
            </a:r>
          </a:p>
        </p:txBody>
      </p:sp>
      <p:sp>
        <p:nvSpPr>
          <p:cNvPr id="10" name="native-text-298">
            <a:extLst xmlns:a="http://schemas.openxmlformats.org/drawingml/2006/main">
              <a:ext uri="{FF2B5EF4-FFF2-40B4-BE49-F238E27FC236}">
                <a16:creationId xmlns:a16="http://schemas.microsoft.com/office/drawing/2014/main" id="{2D5BC7D9-10B8-4D98-837B-04F2ABE0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‫שליחה מחדש היא שליחה ממשית. בדקו פרטי קשר ומצב הזמנה לפני לחיצה.‬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4D6D0-3B0C-4DB7-95EF-16676748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99">
            <a:extLst xmlns:a="http://schemas.openxmlformats.org/drawingml/2006/main">
              <a:ext uri="{FF2B5EF4-FFF2-40B4-BE49-F238E27FC236}">
                <a16:creationId xmlns:a16="http://schemas.microsoft.com/office/drawing/2014/main" id="{DCAA9B18-6095-49AF-9972-9BEE591E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27</a:t>
            </a:r>
          </a:p>
        </p:txBody>
      </p:sp>
      <p:sp>
        <p:nvSpPr>
          <p:cNvPr id="13" name="native-text-300">
            <a:extLst xmlns:a="http://schemas.openxmlformats.org/drawingml/2006/main">
              <a:ext uri="{FF2B5EF4-FFF2-40B4-BE49-F238E27FC236}">
                <a16:creationId xmlns:a16="http://schemas.microsoft.com/office/drawing/2014/main" id="{A8DEFF8F-2ECB-4E8B-8F74-EB34264ECAF8}"/>
              </a:ext>
            </a:extLst>
            <a:hlinkClick xmlns:r="http://schemas.openxmlformats.org/officeDocument/2006/relationships" xmlns:a="http://schemas.openxmlformats.org/drawingml/2006/main" r:id="R409c93827f8449fc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4246072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01">
            <a:extLst xmlns:a="http://schemas.openxmlformats.org/drawingml/2006/main">
              <a:ext uri="{FF2B5EF4-FFF2-40B4-BE49-F238E27FC236}">
                <a16:creationId xmlns:a16="http://schemas.microsoft.com/office/drawing/2014/main" id="{25B1BB9B-1A32-4908-9807-D07AA8AB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‫עדכון אירוע קיים‬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AB708-6D00-4108-9B83-89D4E0EE2D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5ddb72855457a"/>
          <a:stretch xmlns:a="http://schemas.openxmlformats.org/drawingml/2006/main"/>
        </p:blipFill>
        <p:spPr>
          <a:xfrm xmlns:a="http://schemas.openxmlformats.org/drawingml/2006/main">
            <a:off x="1069434" y="1276350"/>
            <a:ext cx="4871532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02">
            <a:extLst xmlns:a="http://schemas.openxmlformats.org/drawingml/2006/main">
              <a:ext uri="{FF2B5EF4-FFF2-40B4-BE49-F238E27FC236}">
                <a16:creationId xmlns:a16="http://schemas.microsoft.com/office/drawing/2014/main" id="{7CBECAFA-6E87-4C21-BD46-EFA15739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03">
            <a:extLst xmlns:a="http://schemas.openxmlformats.org/drawingml/2006/main">
              <a:ext uri="{FF2B5EF4-FFF2-40B4-BE49-F238E27FC236}">
                <a16:creationId xmlns:a16="http://schemas.microsoft.com/office/drawing/2014/main" id="{9E0D5428-B2D9-450D-B6C1-3EAD24F2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‫פותחים‬</a:t>
            </a:r>
          </a:p>
        </p:txBody>
      </p:sp>
      <p:sp>
        <p:nvSpPr>
          <p:cNvPr id="5" name="native-text-304">
            <a:extLst xmlns:a="http://schemas.openxmlformats.org/drawingml/2006/main">
              <a:ext uri="{FF2B5EF4-FFF2-40B4-BE49-F238E27FC236}">
                <a16:creationId xmlns:a16="http://schemas.microsoft.com/office/drawing/2014/main" id="{B849A01F-D56E-4A46-BE93-5F637978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האירוע ביום, בשבוע או בחודש.‬</a:t>
            </a:r>
          </a:p>
        </p:txBody>
      </p:sp>
      <p:sp>
        <p:nvSpPr>
          <p:cNvPr id="6" name="native-text-305">
            <a:extLst xmlns:a="http://schemas.openxmlformats.org/drawingml/2006/main">
              <a:ext uri="{FF2B5EF4-FFF2-40B4-BE49-F238E27FC236}">
                <a16:creationId xmlns:a16="http://schemas.microsoft.com/office/drawing/2014/main" id="{60D1A0D4-25B0-48B3-8DD0-5FEAB69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78774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‫משנים‬</a:t>
            </a:r>
          </a:p>
        </p:txBody>
      </p:sp>
      <p:sp>
        <p:nvSpPr>
          <p:cNvPr id="7" name="native-text-306">
            <a:extLst xmlns:a="http://schemas.openxmlformats.org/drawingml/2006/main">
              <a:ext uri="{FF2B5EF4-FFF2-40B4-BE49-F238E27FC236}">
                <a16:creationId xmlns:a16="http://schemas.microsoft.com/office/drawing/2014/main" id="{A2EBC8C6-0FA4-49F9-991A-1B8699D0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78633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‫מעדכנים רק את הפרטים הדרושים. בודקים גם משתתפים, מועד, הודעות ותזכורות.‬</a:t>
            </a:r>
          </a:p>
        </p:txBody>
      </p:sp>
      <p:sp>
        <p:nvSpPr>
          <p:cNvPr id="8" name="native-text-307">
            <a:extLst xmlns:a="http://schemas.openxmlformats.org/drawingml/2006/main">
              <a:ext uri="{FF2B5EF4-FFF2-40B4-BE49-F238E27FC236}">
                <a16:creationId xmlns:a16="http://schemas.microsoft.com/office/drawing/2014/main" id="{4F2C623A-5B9B-4566-BEEA-8CE25497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88461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‫שומרים‬</a:t>
            </a:r>
          </a:p>
        </p:txBody>
      </p:sp>
      <p:sp>
        <p:nvSpPr>
          <p:cNvPr id="9" name="native-text-308">
            <a:extLst xmlns:a="http://schemas.openxmlformats.org/drawingml/2006/main">
              <a:ext uri="{FF2B5EF4-FFF2-40B4-BE49-F238E27FC236}">
                <a16:creationId xmlns:a16="http://schemas.microsoft.com/office/drawing/2014/main" id="{39336AF9-2D9A-4588-B48C-183DF25E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88321"/>
            <a:ext cx="4781550" cy="1021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״שמור״ וממתינים לתוצאת השמירה. אם מופיעה שגיאה, מתקנים או מנסים שוב בהתאם להודעה.‬</a:t>
            </a:r>
          </a:p>
        </p:txBody>
      </p:sp>
      <p:sp>
        <p:nvSpPr>
          <p:cNvPr id="10" name="native-text-309">
            <a:extLst xmlns:a="http://schemas.openxmlformats.org/drawingml/2006/main">
              <a:ext uri="{FF2B5EF4-FFF2-40B4-BE49-F238E27FC236}">
                <a16:creationId xmlns:a16="http://schemas.microsoft.com/office/drawing/2014/main" id="{6C8CDDFF-8F94-4401-828B-8EC93EA6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‫״ביטול״ או סגירת החלון אינם שומרים את השינויים שהזנתם בטופס.‬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4D4D7-354D-4250-A8E7-3326FEDB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10">
            <a:extLst xmlns:a="http://schemas.openxmlformats.org/drawingml/2006/main">
              <a:ext uri="{FF2B5EF4-FFF2-40B4-BE49-F238E27FC236}">
                <a16:creationId xmlns:a16="http://schemas.microsoft.com/office/drawing/2014/main" id="{623CA339-7E64-42E8-B539-64AD616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28</a:t>
            </a:r>
          </a:p>
        </p:txBody>
      </p:sp>
      <p:sp>
        <p:nvSpPr>
          <p:cNvPr id="13" name="native-text-311">
            <a:extLst xmlns:a="http://schemas.openxmlformats.org/drawingml/2006/main">
              <a:ext uri="{FF2B5EF4-FFF2-40B4-BE49-F238E27FC236}">
                <a16:creationId xmlns:a16="http://schemas.microsoft.com/office/drawing/2014/main" id="{6819F848-D88B-4DFF-A23D-5296EA6F462F}"/>
              </a:ext>
            </a:extLst>
            <a:hlinkClick xmlns:r="http://schemas.openxmlformats.org/officeDocument/2006/relationships" xmlns:a="http://schemas.openxmlformats.org/drawingml/2006/main" r:id="R2a9e502c623a4fe7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4955612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12">
            <a:extLst xmlns:a="http://schemas.openxmlformats.org/drawingml/2006/main">
              <a:ext uri="{FF2B5EF4-FFF2-40B4-BE49-F238E27FC236}">
                <a16:creationId xmlns:a16="http://schemas.microsoft.com/office/drawing/2014/main" id="{FC3F4E6A-987D-4B2E-AED6-89264E54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‫שכפול, ביטול פגישה ומחיקה‬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0F64A-13C7-4DF5-B0A1-6715EE155E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1eea4a8fd4ed0"/>
          <a:stretch xmlns:a="http://schemas.openxmlformats.org/drawingml/2006/main"/>
        </p:blipFill>
        <p:spPr>
          <a:xfrm xmlns:a="http://schemas.openxmlformats.org/drawingml/2006/main">
            <a:off x="609600" y="2431184"/>
            <a:ext cx="5791200" cy="2281382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13">
            <a:extLst xmlns:a="http://schemas.openxmlformats.org/drawingml/2006/main">
              <a:ext uri="{FF2B5EF4-FFF2-40B4-BE49-F238E27FC236}">
                <a16:creationId xmlns:a16="http://schemas.microsoft.com/office/drawing/2014/main" id="{637DFB28-F758-480F-8EFA-A9204F64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14">
            <a:extLst xmlns:a="http://schemas.openxmlformats.org/drawingml/2006/main">
              <a:ext uri="{FF2B5EF4-FFF2-40B4-BE49-F238E27FC236}">
                <a16:creationId xmlns:a16="http://schemas.microsoft.com/office/drawing/2014/main" id="{5751B164-9432-41A0-BB5E-08B3B0B9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‫שכפל אירוע‬</a:t>
            </a:r>
          </a:p>
        </p:txBody>
      </p:sp>
      <p:sp>
        <p:nvSpPr>
          <p:cNvPr id="5" name="native-text-315">
            <a:extLst xmlns:a="http://schemas.openxmlformats.org/drawingml/2006/main">
              <a:ext uri="{FF2B5EF4-FFF2-40B4-BE49-F238E27FC236}">
                <a16:creationId xmlns:a16="http://schemas.microsoft.com/office/drawing/2014/main" id="{775F1487-4F24-4D22-B722-22D99385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‫פותח טופס חדש עם עותק של הפרטים. בודקים מועד, משתתפים ותזכורות לפני שמירה. אישורי ההגעה מתחילים מחדש.‬</a:t>
            </a:r>
          </a:p>
        </p:txBody>
      </p:sp>
      <p:sp>
        <p:nvSpPr>
          <p:cNvPr id="6" name="native-text-316">
            <a:extLst xmlns:a="http://schemas.openxmlformats.org/drawingml/2006/main">
              <a:ext uri="{FF2B5EF4-FFF2-40B4-BE49-F238E27FC236}">
                <a16:creationId xmlns:a16="http://schemas.microsoft.com/office/drawing/2014/main" id="{0A7A68B2-220D-4D1C-B639-F742305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07411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‫פגישה בוטלה‬</a:t>
            </a:r>
          </a:p>
        </p:txBody>
      </p:sp>
      <p:sp>
        <p:nvSpPr>
          <p:cNvPr id="7" name="native-text-317">
            <a:extLst xmlns:a="http://schemas.openxmlformats.org/drawingml/2006/main">
              <a:ext uri="{FF2B5EF4-FFF2-40B4-BE49-F238E27FC236}">
                <a16:creationId xmlns:a16="http://schemas.microsoft.com/office/drawing/2014/main" id="{E26E31BE-E5E7-4BC3-A86A-75C5F3E6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83839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‫מסמנים ביטול ומאשרים. האירוע נשאר מתועד ותזכורותיו למנהלים וללקוחות מופסקות.‬</a:t>
            </a:r>
          </a:p>
        </p:txBody>
      </p:sp>
      <p:sp>
        <p:nvSpPr>
          <p:cNvPr id="8" name="native-text-318">
            <a:extLst xmlns:a="http://schemas.openxmlformats.org/drawingml/2006/main">
              <a:ext uri="{FF2B5EF4-FFF2-40B4-BE49-F238E27FC236}">
                <a16:creationId xmlns:a16="http://schemas.microsoft.com/office/drawing/2014/main" id="{34D03E00-3661-45DB-B15C-9AE698EB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45661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‫מחק אירוע‬</a:t>
            </a:r>
          </a:p>
        </p:txBody>
      </p:sp>
      <p:sp>
        <p:nvSpPr>
          <p:cNvPr id="9" name="native-text-319">
            <a:extLst xmlns:a="http://schemas.openxmlformats.org/drawingml/2006/main">
              <a:ext uri="{FF2B5EF4-FFF2-40B4-BE49-F238E27FC236}">
                <a16:creationId xmlns:a16="http://schemas.microsoft.com/office/drawing/2014/main" id="{E87318C3-A6C5-4917-983E-E67B27BF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22089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‫מוחק את האירוע אחרי אישור הפעולה. בדקו שזה האירוע הנכון.‬</a:t>
            </a:r>
          </a:p>
        </p:txBody>
      </p:sp>
      <p:sp>
        <p:nvSpPr>
          <p:cNvPr id="10" name="native-text-320">
            <a:extLst xmlns:a="http://schemas.openxmlformats.org/drawingml/2006/main">
              <a:ext uri="{FF2B5EF4-FFF2-40B4-BE49-F238E27FC236}">
                <a16:creationId xmlns:a16="http://schemas.microsoft.com/office/drawing/2014/main" id="{B045FFE6-A7A8-4C7A-AD85-6DABC442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‫״ביטול״ שבטופס סוגר את העריכה. ״פגישה בוטלה״ משנה את מצב האירוע.‬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40E54-28B9-4E05-BAEB-4300D634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21">
            <a:extLst xmlns:a="http://schemas.openxmlformats.org/drawingml/2006/main">
              <a:ext uri="{FF2B5EF4-FFF2-40B4-BE49-F238E27FC236}">
                <a16:creationId xmlns:a16="http://schemas.microsoft.com/office/drawing/2014/main" id="{18F8C245-9F64-4D0E-9689-BCBF0BE1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29</a:t>
            </a:r>
          </a:p>
        </p:txBody>
      </p:sp>
      <p:sp>
        <p:nvSpPr>
          <p:cNvPr id="13" name="native-text-322">
            <a:extLst xmlns:a="http://schemas.openxmlformats.org/drawingml/2006/main">
              <a:ext uri="{FF2B5EF4-FFF2-40B4-BE49-F238E27FC236}">
                <a16:creationId xmlns:a16="http://schemas.microsoft.com/office/drawing/2014/main" id="{36D13232-8811-4CCA-A943-C1F68E43DBAC}"/>
              </a:ext>
            </a:extLst>
            <a:hlinkClick xmlns:r="http://schemas.openxmlformats.org/officeDocument/2006/relationships" xmlns:a="http://schemas.openxmlformats.org/drawingml/2006/main" r:id="R57499c496fa2409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0407316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23">
            <a:extLst xmlns:a="http://schemas.openxmlformats.org/drawingml/2006/main">
              <a:ext uri="{FF2B5EF4-FFF2-40B4-BE49-F238E27FC236}">
                <a16:creationId xmlns:a16="http://schemas.microsoft.com/office/drawing/2014/main" id="{B284818C-FCDE-4759-BEB8-058E10AF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זמן, גרירה והארכה‬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AC74A-B2AA-42FA-BDE1-F998E3C387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6734801924deb"/>
          <a:stretch xmlns:a="http://schemas.openxmlformats.org/drawingml/2006/main"/>
        </p:blipFill>
        <p:spPr>
          <a:xfrm xmlns:a="http://schemas.openxmlformats.org/drawingml/2006/main">
            <a:off x="609600" y="1512243"/>
            <a:ext cx="5791200" cy="4119264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24">
            <a:extLst xmlns:a="http://schemas.openxmlformats.org/drawingml/2006/main">
              <a:ext uri="{FF2B5EF4-FFF2-40B4-BE49-F238E27FC236}">
                <a16:creationId xmlns:a16="http://schemas.microsoft.com/office/drawing/2014/main" id="{12C82275-180C-43E9-B821-1C9D57F3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25">
            <a:extLst xmlns:a="http://schemas.openxmlformats.org/drawingml/2006/main">
              <a:ext uri="{FF2B5EF4-FFF2-40B4-BE49-F238E27FC236}">
                <a16:creationId xmlns:a16="http://schemas.microsoft.com/office/drawing/2014/main" id="{E7F086C8-D854-42BF-8526-9E333D63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‫פותחים לוח שעות‬</a:t>
            </a:r>
          </a:p>
        </p:txBody>
      </p:sp>
      <p:sp>
        <p:nvSpPr>
          <p:cNvPr id="5" name="native-text-326">
            <a:extLst xmlns:a="http://schemas.openxmlformats.org/drawingml/2006/main">
              <a:ext uri="{FF2B5EF4-FFF2-40B4-BE49-F238E27FC236}">
                <a16:creationId xmlns:a16="http://schemas.microsoft.com/office/drawing/2014/main" id="{95A1EFA9-025B-4E14-BF93-7684CD5F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‫בתצוגת יום עוברים ל״לוח שעות״; שבוע במחשב מציג לוח שעות. בחירת טווח פותחת אירוע עם המועד שנבחר.‬</a:t>
            </a:r>
          </a:p>
        </p:txBody>
      </p:sp>
      <p:sp>
        <p:nvSpPr>
          <p:cNvPr id="6" name="native-text-327">
            <a:extLst xmlns:a="http://schemas.openxmlformats.org/drawingml/2006/main">
              <a:ext uri="{FF2B5EF4-FFF2-40B4-BE49-F238E27FC236}">
                <a16:creationId xmlns:a16="http://schemas.microsoft.com/office/drawing/2014/main" id="{DDE1981A-D693-48A9-BC46-0B608CC6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07411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‫שינוי זמן‬</a:t>
            </a:r>
          </a:p>
        </p:txBody>
      </p:sp>
      <p:sp>
        <p:nvSpPr>
          <p:cNvPr id="7" name="native-text-328">
            <a:extLst xmlns:a="http://schemas.openxmlformats.org/drawingml/2006/main">
              <a:ext uri="{FF2B5EF4-FFF2-40B4-BE49-F238E27FC236}">
                <a16:creationId xmlns:a16="http://schemas.microsoft.com/office/drawing/2014/main" id="{065B3E3E-3973-42CB-991E-59A5FBE9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83839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‫במחשב גוררים אירוע למועד אחר או גוררים את קצהו לשינוי משך, אם הפעולה מותרת לאותו אירוע.‬</a:t>
            </a:r>
          </a:p>
        </p:txBody>
      </p:sp>
      <p:sp>
        <p:nvSpPr>
          <p:cNvPr id="8" name="native-text-329">
            <a:extLst xmlns:a="http://schemas.openxmlformats.org/drawingml/2006/main">
              <a:ext uri="{FF2B5EF4-FFF2-40B4-BE49-F238E27FC236}">
                <a16:creationId xmlns:a16="http://schemas.microsoft.com/office/drawing/2014/main" id="{BC642C29-5F3F-4C14-BEFE-4FED7BFF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45661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‫בטלפון‬</a:t>
            </a:r>
          </a:p>
        </p:txBody>
      </p:sp>
      <p:sp>
        <p:nvSpPr>
          <p:cNvPr id="9" name="native-text-330">
            <a:extLst xmlns:a="http://schemas.openxmlformats.org/drawingml/2006/main">
              <a:ext uri="{FF2B5EF4-FFF2-40B4-BE49-F238E27FC236}">
                <a16:creationId xmlns:a16="http://schemas.microsoft.com/office/drawing/2014/main" id="{EF20139B-8D4C-4AAA-B997-D56B8D30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22089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‫לחיצה פותחת אירוע. לגרירה בלוח שעות מחזיקים כ־‪600‬ אלפיות שנייה. גלילה רגילה אינה הזזה.‬</a:t>
            </a:r>
          </a:p>
        </p:txBody>
      </p:sp>
      <p:sp>
        <p:nvSpPr>
          <p:cNvPr id="10" name="native-text-331">
            <a:extLst xmlns:a="http://schemas.openxmlformats.org/drawingml/2006/main">
              <a:ext uri="{FF2B5EF4-FFF2-40B4-BE49-F238E27FC236}">
                <a16:creationId xmlns:a16="http://schemas.microsoft.com/office/drawing/2014/main" id="{C3AA698D-F7E3-4B92-A16E-8097360B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‫כשל בשמירת שינוי זמן מחזיר את האירוע לזמן הקודם. חגים לתצוגה בלבד אינם ניתנים לעריכה.‬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7B0AA-6D3E-4E4A-928B-D8CDA70B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32">
            <a:extLst xmlns:a="http://schemas.openxmlformats.org/drawingml/2006/main">
              <a:ext uri="{FF2B5EF4-FFF2-40B4-BE49-F238E27FC236}">
                <a16:creationId xmlns:a16="http://schemas.microsoft.com/office/drawing/2014/main" id="{50D0C2AC-F53D-47E2-B7B8-157FB7A7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30</a:t>
            </a:r>
          </a:p>
        </p:txBody>
      </p:sp>
      <p:sp>
        <p:nvSpPr>
          <p:cNvPr id="13" name="native-text-333">
            <a:extLst xmlns:a="http://schemas.openxmlformats.org/drawingml/2006/main">
              <a:ext uri="{FF2B5EF4-FFF2-40B4-BE49-F238E27FC236}">
                <a16:creationId xmlns:a16="http://schemas.microsoft.com/office/drawing/2014/main" id="{11BCE9C5-0F08-4D7E-8D68-986E9A78892F}"/>
              </a:ext>
            </a:extLst>
            <a:hlinkClick xmlns:r="http://schemas.openxmlformats.org/officeDocument/2006/relationships" xmlns:a="http://schemas.openxmlformats.org/drawingml/2006/main" r:id="R5d9d368e9c774c8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6754401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34">
            <a:extLst xmlns:a="http://schemas.openxmlformats.org/drawingml/2006/main">
              <a:ext uri="{FF2B5EF4-FFF2-40B4-BE49-F238E27FC236}">
                <a16:creationId xmlns:a16="http://schemas.microsoft.com/office/drawing/2014/main" id="{21C1F244-93C0-49B2-BFF0-8759E254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‫סנכרון אישי‬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32FFB-1F18-429D-8D2F-DD20132E63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a59814be941cf"/>
          <a:stretch xmlns:a="http://schemas.openxmlformats.org/drawingml/2006/main"/>
        </p:blipFill>
        <p:spPr>
          <a:xfrm xmlns:a="http://schemas.openxmlformats.org/drawingml/2006/main">
            <a:off x="2057437" y="1276350"/>
            <a:ext cx="2895526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35">
            <a:extLst xmlns:a="http://schemas.openxmlformats.org/drawingml/2006/main">
              <a:ext uri="{FF2B5EF4-FFF2-40B4-BE49-F238E27FC236}">
                <a16:creationId xmlns:a16="http://schemas.microsoft.com/office/drawing/2014/main" id="{63FC61AF-16A0-4368-AFD0-4B7BE664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36">
            <a:extLst xmlns:a="http://schemas.openxmlformats.org/drawingml/2006/main">
              <a:ext uri="{FF2B5EF4-FFF2-40B4-BE49-F238E27FC236}">
                <a16:creationId xmlns:a16="http://schemas.microsoft.com/office/drawing/2014/main" id="{5A99A9D5-9294-41B5-848B-F137A5B2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‫פותחים הגדרות‬</a:t>
            </a:r>
          </a:p>
        </p:txBody>
      </p:sp>
      <p:sp>
        <p:nvSpPr>
          <p:cNvPr id="5" name="native-text-337">
            <a:extLst xmlns:a="http://schemas.openxmlformats.org/drawingml/2006/main">
              <a:ext uri="{FF2B5EF4-FFF2-40B4-BE49-F238E27FC236}">
                <a16:creationId xmlns:a16="http://schemas.microsoft.com/office/drawing/2014/main" id="{53E5F2CC-FE97-4284-BAC5-F411B8CD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״סנכרון אישי״ במסך היומן.‬</a:t>
            </a:r>
          </a:p>
        </p:txBody>
      </p:sp>
      <p:sp>
        <p:nvSpPr>
          <p:cNvPr id="6" name="native-text-338">
            <a:extLst xmlns:a="http://schemas.openxmlformats.org/drawingml/2006/main">
              <a:ext uri="{FF2B5EF4-FFF2-40B4-BE49-F238E27FC236}">
                <a16:creationId xmlns:a16="http://schemas.microsoft.com/office/drawing/2014/main" id="{9CDE520B-D26F-43A1-8500-F0741D53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78774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‫חשבון אישי‬</a:t>
            </a:r>
          </a:p>
        </p:txBody>
      </p:sp>
      <p:sp>
        <p:nvSpPr>
          <p:cNvPr id="7" name="native-text-339">
            <a:extLst xmlns:a="http://schemas.openxmlformats.org/drawingml/2006/main">
              <a:ext uri="{FF2B5EF4-FFF2-40B4-BE49-F238E27FC236}">
                <a16:creationId xmlns:a16="http://schemas.microsoft.com/office/drawing/2014/main" id="{411B429A-F381-4B69-BFB0-576DBBA3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78633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‫ההגדרות בחלון משויכות לחשבון שלכם. הן אינן משנות את ההגדרות האישיות של כל המשרד.‬</a:t>
            </a:r>
          </a:p>
        </p:txBody>
      </p:sp>
      <p:sp>
        <p:nvSpPr>
          <p:cNvPr id="8" name="native-text-340">
            <a:extLst xmlns:a="http://schemas.openxmlformats.org/drawingml/2006/main">
              <a:ext uri="{FF2B5EF4-FFF2-40B4-BE49-F238E27FC236}">
                <a16:creationId xmlns:a16="http://schemas.microsoft.com/office/drawing/2014/main" id="{E8E3290C-9384-46CB-84E6-E1F8B07A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88461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‫מה זמין‬</a:t>
            </a:r>
          </a:p>
        </p:txBody>
      </p:sp>
      <p:sp>
        <p:nvSpPr>
          <p:cNvPr id="9" name="native-text-341">
            <a:extLst xmlns:a="http://schemas.openxmlformats.org/drawingml/2006/main">
              <a:ext uri="{FF2B5EF4-FFF2-40B4-BE49-F238E27FC236}">
                <a16:creationId xmlns:a16="http://schemas.microsoft.com/office/drawing/2014/main" id="{0302ED0F-7347-454C-AE47-0E19A77D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88321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‫אפשר להגדיר סיכום יומי, הרשמה ליומן אישי וחיבור שירותים חיצוניים לפי הגדרות המשרד.‬</a:t>
            </a:r>
          </a:p>
        </p:txBody>
      </p:sp>
      <p:sp>
        <p:nvSpPr>
          <p:cNvPr id="10" name="native-text-342">
            <a:extLst xmlns:a="http://schemas.openxmlformats.org/drawingml/2006/main">
              <a:ext uri="{FF2B5EF4-FFF2-40B4-BE49-F238E27FC236}">
                <a16:creationId xmlns:a16="http://schemas.microsoft.com/office/drawing/2014/main" id="{3A284A62-0EBF-4861-91D3-4FF760B3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‫בדקו שאתם מחוברים לחשבון המשתמש שאת היומן שלו אתם רוצים לסנכרן.‬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626C6-F160-4CEC-94AB-FF5CC558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43">
            <a:extLst xmlns:a="http://schemas.openxmlformats.org/drawingml/2006/main">
              <a:ext uri="{FF2B5EF4-FFF2-40B4-BE49-F238E27FC236}">
                <a16:creationId xmlns:a16="http://schemas.microsoft.com/office/drawing/2014/main" id="{AFBDA7AB-69E7-4491-A258-935345BD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31</a:t>
            </a:r>
          </a:p>
        </p:txBody>
      </p:sp>
      <p:sp>
        <p:nvSpPr>
          <p:cNvPr id="13" name="native-text-344">
            <a:extLst xmlns:a="http://schemas.openxmlformats.org/drawingml/2006/main">
              <a:ext uri="{FF2B5EF4-FFF2-40B4-BE49-F238E27FC236}">
                <a16:creationId xmlns:a16="http://schemas.microsoft.com/office/drawing/2014/main" id="{6AE49FBF-ADBA-4DDC-906C-4D28AB969B5F}"/>
              </a:ext>
            </a:extLst>
            <a:hlinkClick xmlns:r="http://schemas.openxmlformats.org/officeDocument/2006/relationships" xmlns:a="http://schemas.openxmlformats.org/drawingml/2006/main" r:id="R08abc3596cd9414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34408371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45">
            <a:extLst xmlns:a="http://schemas.openxmlformats.org/drawingml/2006/main">
              <a:ext uri="{FF2B5EF4-FFF2-40B4-BE49-F238E27FC236}">
                <a16:creationId xmlns:a16="http://schemas.microsoft.com/office/drawing/2014/main" id="{7531E0AD-1FC3-40D1-AFFF-7F11880C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‫סיכום יומי של היומן‬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31E8F-5125-44CA-A7E0-1771268D18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a43bca85c44d4"/>
          <a:stretch xmlns:a="http://schemas.openxmlformats.org/drawingml/2006/main"/>
        </p:blipFill>
        <p:spPr>
          <a:xfrm xmlns:a="http://schemas.openxmlformats.org/drawingml/2006/main">
            <a:off x="609600" y="1423965"/>
            <a:ext cx="5791200" cy="429582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46">
            <a:extLst xmlns:a="http://schemas.openxmlformats.org/drawingml/2006/main">
              <a:ext uri="{FF2B5EF4-FFF2-40B4-BE49-F238E27FC236}">
                <a16:creationId xmlns:a16="http://schemas.microsoft.com/office/drawing/2014/main" id="{58C74E8B-6582-4396-8351-F73099E3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47">
            <a:extLst xmlns:a="http://schemas.openxmlformats.org/drawingml/2006/main">
              <a:ext uri="{FF2B5EF4-FFF2-40B4-BE49-F238E27FC236}">
                <a16:creationId xmlns:a16="http://schemas.microsoft.com/office/drawing/2014/main" id="{CA659175-4CD4-495D-AFE6-5CCE2A19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‫הפעלה‬</a:t>
            </a:r>
          </a:p>
        </p:txBody>
      </p:sp>
      <p:sp>
        <p:nvSpPr>
          <p:cNvPr id="5" name="native-text-348">
            <a:extLst xmlns:a="http://schemas.openxmlformats.org/drawingml/2006/main">
              <a:ext uri="{FF2B5EF4-FFF2-40B4-BE49-F238E27FC236}">
                <a16:creationId xmlns:a16="http://schemas.microsoft.com/office/drawing/2014/main" id="{07BF24E1-D4B8-40B0-AB43-F025AA06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‫באזור ״שלח סיכום יומי של היומן״ בוחרים ״פעיל״.‬</a:t>
            </a:r>
          </a:p>
        </p:txBody>
      </p:sp>
      <p:sp>
        <p:nvSpPr>
          <p:cNvPr id="6" name="native-text-349">
            <a:extLst xmlns:a="http://schemas.openxmlformats.org/drawingml/2006/main">
              <a:ext uri="{FF2B5EF4-FFF2-40B4-BE49-F238E27FC236}">
                <a16:creationId xmlns:a16="http://schemas.microsoft.com/office/drawing/2014/main" id="{36004F95-7B23-4E62-A98D-A6F775E9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78774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‫איך ומתי‬</a:t>
            </a:r>
          </a:p>
        </p:txBody>
      </p:sp>
      <p:sp>
        <p:nvSpPr>
          <p:cNvPr id="7" name="native-text-350">
            <a:extLst xmlns:a="http://schemas.openxmlformats.org/drawingml/2006/main">
              <a:ext uri="{FF2B5EF4-FFF2-40B4-BE49-F238E27FC236}">
                <a16:creationId xmlns:a16="http://schemas.microsoft.com/office/drawing/2014/main" id="{5FF2BDEA-B010-4FEA-81EA-AB2DB829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78633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את ערוצי השליחה ואת שעת השליחה. אפשר לבחור יותר מערוץ אחד אם הוא זמין.‬</a:t>
            </a:r>
          </a:p>
        </p:txBody>
      </p:sp>
      <p:sp>
        <p:nvSpPr>
          <p:cNvPr id="8" name="native-text-351">
            <a:extLst xmlns:a="http://schemas.openxmlformats.org/drawingml/2006/main">
              <a:ext uri="{FF2B5EF4-FFF2-40B4-BE49-F238E27FC236}">
                <a16:creationId xmlns:a16="http://schemas.microsoft.com/office/drawing/2014/main" id="{2AEE058D-4CFE-4B29-8773-AE2D0419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88461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‫שמירה‬</a:t>
            </a:r>
          </a:p>
        </p:txBody>
      </p:sp>
      <p:sp>
        <p:nvSpPr>
          <p:cNvPr id="9" name="native-text-352">
            <a:extLst xmlns:a="http://schemas.openxmlformats.org/drawingml/2006/main">
              <a:ext uri="{FF2B5EF4-FFF2-40B4-BE49-F238E27FC236}">
                <a16:creationId xmlns:a16="http://schemas.microsoft.com/office/drawing/2014/main" id="{757E20CC-4013-492C-A162-BD44F5F2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88321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״שמור הגדרות יומן יומי״ ומוודאים שמופיעה הודעת הצלחה.‬</a:t>
            </a:r>
          </a:p>
        </p:txBody>
      </p:sp>
      <p:sp>
        <p:nvSpPr>
          <p:cNvPr id="10" name="native-text-353">
            <a:extLst xmlns:a="http://schemas.openxmlformats.org/drawingml/2006/main">
              <a:ext uri="{FF2B5EF4-FFF2-40B4-BE49-F238E27FC236}">
                <a16:creationId xmlns:a16="http://schemas.microsoft.com/office/drawing/2014/main" id="{2866711C-2390-45FE-BC0F-BABA2CCF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‫זו הגדרה אישית לסיכום היום. היא נפרדת מתזכורות שמגדירים לכל פגישה.‬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F3212-F67B-47D7-9B0A-16FE0B9A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54">
            <a:extLst xmlns:a="http://schemas.openxmlformats.org/drawingml/2006/main">
              <a:ext uri="{FF2B5EF4-FFF2-40B4-BE49-F238E27FC236}">
                <a16:creationId xmlns:a16="http://schemas.microsoft.com/office/drawing/2014/main" id="{8BCC017D-2A05-419F-9CFB-96F36933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32</a:t>
            </a:r>
          </a:p>
        </p:txBody>
      </p:sp>
      <p:sp>
        <p:nvSpPr>
          <p:cNvPr id="13" name="native-text-355">
            <a:extLst xmlns:a="http://schemas.openxmlformats.org/drawingml/2006/main">
              <a:ext uri="{FF2B5EF4-FFF2-40B4-BE49-F238E27FC236}">
                <a16:creationId xmlns:a16="http://schemas.microsoft.com/office/drawing/2014/main" id="{8D55AE8E-670A-4AF2-82ED-6F9A9D62D541}"/>
              </a:ext>
            </a:extLst>
            <a:hlinkClick xmlns:r="http://schemas.openxmlformats.org/officeDocument/2006/relationships" xmlns:a="http://schemas.openxmlformats.org/drawingml/2006/main" r:id="Re63da0d5736e4fb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27900796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56">
            <a:extLst xmlns:a="http://schemas.openxmlformats.org/drawingml/2006/main">
              <a:ext uri="{FF2B5EF4-FFF2-40B4-BE49-F238E27FC236}">
                <a16:creationId xmlns:a16="http://schemas.microsoft.com/office/drawing/2014/main" id="{556D27A9-A7C3-4CF1-9FB4-06C04BF8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‫חיבור יומן חיצוני‬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D74EE-9B2E-499A-991F-D4AA6EF0D6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7e04085ab40e2"/>
          <a:stretch xmlns:a="http://schemas.openxmlformats.org/drawingml/2006/main"/>
        </p:blipFill>
        <p:spPr>
          <a:xfrm xmlns:a="http://schemas.openxmlformats.org/drawingml/2006/main">
            <a:off x="609600" y="1917246"/>
            <a:ext cx="5791200" cy="3309257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57">
            <a:extLst xmlns:a="http://schemas.openxmlformats.org/drawingml/2006/main">
              <a:ext uri="{FF2B5EF4-FFF2-40B4-BE49-F238E27FC236}">
                <a16:creationId xmlns:a16="http://schemas.microsoft.com/office/drawing/2014/main" id="{0C04ED98-D570-4139-A6D3-227A725F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58">
            <a:extLst xmlns:a="http://schemas.openxmlformats.org/drawingml/2006/main">
              <a:ext uri="{FF2B5EF4-FFF2-40B4-BE49-F238E27FC236}">
                <a16:creationId xmlns:a16="http://schemas.microsoft.com/office/drawing/2014/main" id="{41918EF9-61A8-4014-B387-5ED0AE90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‫חיבור‬</a:t>
            </a:r>
          </a:p>
        </p:txBody>
      </p:sp>
      <p:sp>
        <p:nvSpPr>
          <p:cNvPr id="5" name="native-text-359">
            <a:extLst xmlns:a="http://schemas.openxmlformats.org/drawingml/2006/main">
              <a:ext uri="{FF2B5EF4-FFF2-40B4-BE49-F238E27FC236}">
                <a16:creationId xmlns:a16="http://schemas.microsoft.com/office/drawing/2014/main" id="{04153989-C437-4186-871D-72A90D63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״חבר ‪Google Calendar‬״ או ״חבר ‪Outlook Calendar‬״, ואז מאשרים בשירות החיצוני.‬</a:t>
            </a:r>
          </a:p>
        </p:txBody>
      </p:sp>
      <p:sp>
        <p:nvSpPr>
          <p:cNvPr id="6" name="native-text-360">
            <a:extLst xmlns:a="http://schemas.openxmlformats.org/drawingml/2006/main">
              <a:ext uri="{FF2B5EF4-FFF2-40B4-BE49-F238E27FC236}">
                <a16:creationId xmlns:a16="http://schemas.microsoft.com/office/drawing/2014/main" id="{1699A8DA-35E6-4C13-BAB9-8CEB3152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‫סנכרון‬</a:t>
            </a:r>
          </a:p>
        </p:txBody>
      </p:sp>
      <p:sp>
        <p:nvSpPr>
          <p:cNvPr id="7" name="native-text-361">
            <a:extLst xmlns:a="http://schemas.openxmlformats.org/drawingml/2006/main">
              <a:ext uri="{FF2B5EF4-FFF2-40B4-BE49-F238E27FC236}">
                <a16:creationId xmlns:a16="http://schemas.microsoft.com/office/drawing/2014/main" id="{88C8EC81-1CAA-42B5-BD11-BE2F6A78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‫אחרי החיבור מוצג החשבון המחובר. כפתור הסנכרון מייבא אירועים לפי הפעולה המוצגת.‬</a:t>
            </a:r>
          </a:p>
        </p:txBody>
      </p:sp>
      <p:sp>
        <p:nvSpPr>
          <p:cNvPr id="8" name="native-text-362">
            <a:extLst xmlns:a="http://schemas.openxmlformats.org/drawingml/2006/main">
              <a:ext uri="{FF2B5EF4-FFF2-40B4-BE49-F238E27FC236}">
                <a16:creationId xmlns:a16="http://schemas.microsoft.com/office/drawing/2014/main" id="{01BA3D2D-797E-42D9-A670-53AD1BE2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‫ניתוק‬</a:t>
            </a:r>
          </a:p>
        </p:txBody>
      </p:sp>
      <p:sp>
        <p:nvSpPr>
          <p:cNvPr id="9" name="native-text-363">
            <a:extLst xmlns:a="http://schemas.openxmlformats.org/drawingml/2006/main">
              <a:ext uri="{FF2B5EF4-FFF2-40B4-BE49-F238E27FC236}">
                <a16:creationId xmlns:a16="http://schemas.microsoft.com/office/drawing/2014/main" id="{F7941F81-2AED-433E-ACA6-0FB55903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‫כפתור הניתוק מנתק את החשבון המחובר. אם המשרד השבית את השירות, משתמשים באפשרויות שהמסך מאפשר.‬</a:t>
            </a:r>
          </a:p>
        </p:txBody>
      </p:sp>
      <p:sp>
        <p:nvSpPr>
          <p:cNvPr id="10" name="native-text-364">
            <a:extLst xmlns:a="http://schemas.openxmlformats.org/drawingml/2006/main">
              <a:ext uri="{FF2B5EF4-FFF2-40B4-BE49-F238E27FC236}">
                <a16:creationId xmlns:a16="http://schemas.microsoft.com/office/drawing/2014/main" id="{2E2F06BC-5C6F-4FAA-AED6-845EBCD4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‫חיבור לשירות חיצוני תלוי בהרשאה ובזמינות השירות. אין צורך לחבר שירות חיצוני כדי להשתמש ביומן במערכת.‬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D9F20-FAFB-4F18-A934-6D5C3E95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65">
            <a:extLst xmlns:a="http://schemas.openxmlformats.org/drawingml/2006/main">
              <a:ext uri="{FF2B5EF4-FFF2-40B4-BE49-F238E27FC236}">
                <a16:creationId xmlns:a16="http://schemas.microsoft.com/office/drawing/2014/main" id="{7CE18F84-1043-4A9F-9C60-FBB02BF4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33</a:t>
            </a:r>
          </a:p>
        </p:txBody>
      </p:sp>
      <p:sp>
        <p:nvSpPr>
          <p:cNvPr id="13" name="native-text-366">
            <a:extLst xmlns:a="http://schemas.openxmlformats.org/drawingml/2006/main">
              <a:ext uri="{FF2B5EF4-FFF2-40B4-BE49-F238E27FC236}">
                <a16:creationId xmlns:a16="http://schemas.microsoft.com/office/drawing/2014/main" id="{41AB5C52-58DA-419B-8C04-E9B95C4D2557}"/>
              </a:ext>
            </a:extLst>
            <a:hlinkClick xmlns:r="http://schemas.openxmlformats.org/officeDocument/2006/relationships" xmlns:a="http://schemas.openxmlformats.org/drawingml/2006/main" r:id="Rd26541dee2884cf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79827107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67">
            <a:extLst xmlns:a="http://schemas.openxmlformats.org/drawingml/2006/main">
              <a:ext uri="{FF2B5EF4-FFF2-40B4-BE49-F238E27FC236}">
                <a16:creationId xmlns:a16="http://schemas.microsoft.com/office/drawing/2014/main" id="{7992209C-FF39-4D34-97C0-A0B8264C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‫הרשמה ליומן בטלפון‬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550CD-DA97-4844-86EE-3C590592B6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71064e95e4ffd"/>
          <a:stretch xmlns:a="http://schemas.openxmlformats.org/drawingml/2006/main"/>
        </p:blipFill>
        <p:spPr>
          <a:xfrm xmlns:a="http://schemas.openxmlformats.org/drawingml/2006/main">
            <a:off x="609600" y="2110481"/>
            <a:ext cx="5791200" cy="2922789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68">
            <a:extLst xmlns:a="http://schemas.openxmlformats.org/drawingml/2006/main">
              <a:ext uri="{FF2B5EF4-FFF2-40B4-BE49-F238E27FC236}">
                <a16:creationId xmlns:a16="http://schemas.microsoft.com/office/drawing/2014/main" id="{34E392D4-C5CB-41DF-BD17-8E29F0FA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69">
            <a:extLst xmlns:a="http://schemas.openxmlformats.org/drawingml/2006/main">
              <a:ext uri="{FF2B5EF4-FFF2-40B4-BE49-F238E27FC236}">
                <a16:creationId xmlns:a16="http://schemas.microsoft.com/office/drawing/2014/main" id="{4C6DB0F2-62E7-4D8E-A589-817C8162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‫הוספה ליומן‬</a:t>
            </a:r>
          </a:p>
        </p:txBody>
      </p:sp>
      <p:sp>
        <p:nvSpPr>
          <p:cNvPr id="5" name="native-text-370">
            <a:extLst xmlns:a="http://schemas.openxmlformats.org/drawingml/2006/main">
              <a:ext uri="{FF2B5EF4-FFF2-40B4-BE49-F238E27FC236}">
                <a16:creationId xmlns:a16="http://schemas.microsoft.com/office/drawing/2014/main" id="{A99AD389-1552-4C90-9589-59BC0F7D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‫״הוסף ליומן בטלפון״ פותח את הרשמת היומן במכשיר. אפשר גם לבחור הוספה ליומן ‪Google‬.‬</a:t>
            </a:r>
          </a:p>
        </p:txBody>
      </p:sp>
      <p:sp>
        <p:nvSpPr>
          <p:cNvPr id="6" name="native-text-371">
            <a:extLst xmlns:a="http://schemas.openxmlformats.org/drawingml/2006/main">
              <a:ext uri="{FF2B5EF4-FFF2-40B4-BE49-F238E27FC236}">
                <a16:creationId xmlns:a16="http://schemas.microsoft.com/office/drawing/2014/main" id="{0142F5B9-DC37-4656-85A2-D1AD3CD5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‫העתקה‬</a:t>
            </a:r>
          </a:p>
        </p:txBody>
      </p:sp>
      <p:sp>
        <p:nvSpPr>
          <p:cNvPr id="7" name="native-text-372">
            <a:extLst xmlns:a="http://schemas.openxmlformats.org/drawingml/2006/main">
              <a:ext uri="{FF2B5EF4-FFF2-40B4-BE49-F238E27FC236}">
                <a16:creationId xmlns:a16="http://schemas.microsoft.com/office/drawing/2014/main" id="{6FFC56D5-ECFC-4666-84DE-6E1FA6F6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‫״העתק״ מעתיק את הקישור האישי כדי להשתמש בו ביישום יומן תומך.‬</a:t>
            </a:r>
          </a:p>
        </p:txBody>
      </p:sp>
      <p:sp>
        <p:nvSpPr>
          <p:cNvPr id="8" name="native-text-373">
            <a:extLst xmlns:a="http://schemas.openxmlformats.org/drawingml/2006/main">
              <a:ext uri="{FF2B5EF4-FFF2-40B4-BE49-F238E27FC236}">
                <a16:creationId xmlns:a16="http://schemas.microsoft.com/office/drawing/2014/main" id="{78709D48-26DA-4288-B2BC-6D6BB705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‫חידוש קישור‬</a:t>
            </a:r>
          </a:p>
        </p:txBody>
      </p:sp>
      <p:sp>
        <p:nvSpPr>
          <p:cNvPr id="9" name="native-text-374">
            <a:extLst xmlns:a="http://schemas.openxmlformats.org/drawingml/2006/main">
              <a:ext uri="{FF2B5EF4-FFF2-40B4-BE49-F238E27FC236}">
                <a16:creationId xmlns:a16="http://schemas.microsoft.com/office/drawing/2014/main" id="{4EFF8E8B-E07A-4AEF-A19E-146DE53B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‫״חדש קישור״ יוצר קישור אישי חדש. הרשמות שמשתמשות בקישור הקודם דורשות עדכון לקישור החדש.‬</a:t>
            </a:r>
          </a:p>
        </p:txBody>
      </p:sp>
      <p:sp>
        <p:nvSpPr>
          <p:cNvPr id="10" name="native-text-375">
            <a:extLst xmlns:a="http://schemas.openxmlformats.org/drawingml/2006/main">
              <a:ext uri="{FF2B5EF4-FFF2-40B4-BE49-F238E27FC236}">
                <a16:creationId xmlns:a16="http://schemas.microsoft.com/office/drawing/2014/main" id="{7EA7F597-746A-48BF-93EF-5143D684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‫הקישור האישי מאפשר גישה ליומן שלכם. שתפו אותו רק עם יישום או אדם שאתם רוצים לאפשר לו זאת.‬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8262C-45B3-4CBE-BF55-0405221F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76">
            <a:extLst xmlns:a="http://schemas.openxmlformats.org/drawingml/2006/main">
              <a:ext uri="{FF2B5EF4-FFF2-40B4-BE49-F238E27FC236}">
                <a16:creationId xmlns:a16="http://schemas.microsoft.com/office/drawing/2014/main" id="{2D0FE890-316B-4516-8B30-ED47E76E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34</a:t>
            </a:r>
          </a:p>
        </p:txBody>
      </p:sp>
      <p:sp>
        <p:nvSpPr>
          <p:cNvPr id="13" name="native-text-377">
            <a:extLst xmlns:a="http://schemas.openxmlformats.org/drawingml/2006/main">
              <a:ext uri="{FF2B5EF4-FFF2-40B4-BE49-F238E27FC236}">
                <a16:creationId xmlns:a16="http://schemas.microsoft.com/office/drawing/2014/main" id="{B1A76A94-DC9B-4909-B5EB-9B81A48663CF}"/>
              </a:ext>
            </a:extLst>
            <a:hlinkClick xmlns:r="http://schemas.openxmlformats.org/officeDocument/2006/relationships" xmlns:a="http://schemas.openxmlformats.org/drawingml/2006/main" r:id="R4ac6b7a1c8074558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84953911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native-text-378">
            <a:extLst xmlns:a="http://schemas.openxmlformats.org/drawingml/2006/main">
              <a:ext uri="{FF2B5EF4-FFF2-40B4-BE49-F238E27FC236}">
                <a16:creationId xmlns:a16="http://schemas.microsoft.com/office/drawing/2014/main" id="{E574057F-E199-4FA5-8476-26B155E3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‫באפליקציה: יומן המכשיר‬</a:t>
            </a:r>
          </a:p>
        </p:txBody>
      </p:sp>
      <p:sp>
        <p:nvSpPr>
          <p:cNvPr id="2" name="native-text-379">
            <a:extLst xmlns:a="http://schemas.openxmlformats.org/drawingml/2006/main">
              <a:ext uri="{FF2B5EF4-FFF2-40B4-BE49-F238E27FC236}">
                <a16:creationId xmlns:a16="http://schemas.microsoft.com/office/drawing/2014/main" id="{7500FB0E-D82F-4EF5-A08C-A786DD03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‫אירוע שמור‬</a:t>
            </a:r>
          </a:p>
        </p:txBody>
      </p:sp>
      <p:sp>
        <p:nvSpPr>
          <p:cNvPr id="3" name="native-text-380">
            <a:extLst xmlns:a="http://schemas.openxmlformats.org/drawingml/2006/main">
              <a:ext uri="{FF2B5EF4-FFF2-40B4-BE49-F238E27FC236}">
                <a16:creationId xmlns:a16="http://schemas.microsoft.com/office/drawing/2014/main" id="{07F61D97-49ED-4D0C-B1EF-65254208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63757"/>
            <a:ext cx="9620250" cy="433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‫פותחים אירוע שכבר נשמר. באפליקציה שתומכת בכך מופיע ״הוסף ליומן המכשיר״.‬</a:t>
            </a:r>
          </a:p>
        </p:txBody>
      </p:sp>
      <p:sp>
        <p:nvSpPr>
          <p:cNvPr id="4" name="native-text-381">
            <a:extLst xmlns:a="http://schemas.openxmlformats.org/drawingml/2006/main">
              <a:ext uri="{FF2B5EF4-FFF2-40B4-BE49-F238E27FC236}">
                <a16:creationId xmlns:a16="http://schemas.microsoft.com/office/drawing/2014/main" id="{D0EB86CC-72D8-4EF5-BA52-4A8490E3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2325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‫הוספה‬</a:t>
            </a:r>
          </a:p>
        </p:txBody>
      </p:sp>
      <p:sp>
        <p:nvSpPr>
          <p:cNvPr id="5" name="native-text-382">
            <a:extLst xmlns:a="http://schemas.openxmlformats.org/drawingml/2006/main">
              <a:ext uri="{FF2B5EF4-FFF2-40B4-BE49-F238E27FC236}">
                <a16:creationId xmlns:a16="http://schemas.microsoft.com/office/drawing/2014/main" id="{3AA82678-FC36-4958-A47C-FCFAFBB5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37332"/>
            <a:ext cx="9620250" cy="781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הכפתור ומאשרים הרשאת יומן אם מתבקשת. האפליקציה שומרת את האירוע ביומן זמין לכתיבה ומציגה הודעת אישור.‬</a:t>
            </a:r>
          </a:p>
        </p:txBody>
      </p:sp>
      <p:sp>
        <p:nvSpPr>
          <p:cNvPr id="6" name="native-text-383">
            <a:extLst xmlns:a="http://schemas.openxmlformats.org/drawingml/2006/main">
              <a:ext uri="{FF2B5EF4-FFF2-40B4-BE49-F238E27FC236}">
                <a16:creationId xmlns:a16="http://schemas.microsoft.com/office/drawing/2014/main" id="{AD30D3D1-15B2-40B0-8B33-BA55447C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23944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‫אם הכפתור חסר‬</a:t>
            </a:r>
          </a:p>
        </p:txBody>
      </p:sp>
      <p:sp>
        <p:nvSpPr>
          <p:cNvPr id="7" name="native-text-384">
            <a:extLst xmlns:a="http://schemas.openxmlformats.org/drawingml/2006/main">
              <a:ext uri="{FF2B5EF4-FFF2-40B4-BE49-F238E27FC236}">
                <a16:creationId xmlns:a16="http://schemas.microsoft.com/office/drawing/2014/main" id="{EEA62834-A430-4E92-BAB8-FEE5753D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8951"/>
            <a:ext cx="9620250" cy="781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‫בדפדפן רגיל משתמשים בהרשמה דרך ״סנכרון אישי״. האפשרות תלויה בתמיכה של האפליקציה המותקנת.‬</a:t>
            </a:r>
          </a:p>
        </p:txBody>
      </p:sp>
      <p:sp>
        <p:nvSpPr>
          <p:cNvPr id="8" name="native-text-385">
            <a:extLst xmlns:a="http://schemas.openxmlformats.org/drawingml/2006/main">
              <a:ext uri="{FF2B5EF4-FFF2-40B4-BE49-F238E27FC236}">
                <a16:creationId xmlns:a16="http://schemas.microsoft.com/office/drawing/2014/main" id="{92F34FA4-A12F-4C36-9CBD-75746F3E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‫הוספת אירוע למכשיר והרשמה ליומן אישי הן פעולות שונות. בדקו את תוצאת הפעולה במכשיר.‬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FFA87-54C8-420E-8ED8-E92331F1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0" name="native-text-386">
            <a:extLst xmlns:a="http://schemas.openxmlformats.org/drawingml/2006/main">
              <a:ext uri="{FF2B5EF4-FFF2-40B4-BE49-F238E27FC236}">
                <a16:creationId xmlns:a16="http://schemas.microsoft.com/office/drawing/2014/main" id="{458C8428-494C-4BE2-A5F9-174019C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35</a:t>
            </a:r>
          </a:p>
        </p:txBody>
      </p:sp>
      <p:sp>
        <p:nvSpPr>
          <p:cNvPr id="11" name="native-text-387">
            <a:extLst xmlns:a="http://schemas.openxmlformats.org/drawingml/2006/main">
              <a:ext uri="{FF2B5EF4-FFF2-40B4-BE49-F238E27FC236}">
                <a16:creationId xmlns:a16="http://schemas.microsoft.com/office/drawing/2014/main" id="{9E3AB5E2-66E6-4F9A-82C8-8FD73249823A}"/>
              </a:ext>
            </a:extLst>
            <a:hlinkClick xmlns:r="http://schemas.openxmlformats.org/officeDocument/2006/relationships" xmlns:a="http://schemas.openxmlformats.org/drawingml/2006/main" r:id="R14b733ce62784e4f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65431602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native-text-388">
            <a:extLst xmlns:a="http://schemas.openxmlformats.org/drawingml/2006/main">
              <a:ext uri="{FF2B5EF4-FFF2-40B4-BE49-F238E27FC236}">
                <a16:creationId xmlns:a16="http://schemas.microsoft.com/office/drawing/2014/main" id="{BA94196D-B393-4A30-995F-D71287BE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‫הרשאות והגדרות המשרד‬</a:t>
            </a:r>
          </a:p>
        </p:txBody>
      </p:sp>
      <p:sp>
        <p:nvSpPr>
          <p:cNvPr id="2" name="native-text-389">
            <a:extLst xmlns:a="http://schemas.openxmlformats.org/drawingml/2006/main">
              <a:ext uri="{FF2B5EF4-FFF2-40B4-BE49-F238E27FC236}">
                <a16:creationId xmlns:a16="http://schemas.microsoft.com/office/drawing/2014/main" id="{20893248-F4CD-4060-896F-8145B23B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‫היקף היומן‬</a:t>
            </a:r>
          </a:p>
        </p:txBody>
      </p:sp>
      <p:sp>
        <p:nvSpPr>
          <p:cNvPr id="3" name="native-text-390">
            <a:extLst xmlns:a="http://schemas.openxmlformats.org/drawingml/2006/main">
              <a:ext uri="{FF2B5EF4-FFF2-40B4-BE49-F238E27FC236}">
                <a16:creationId xmlns:a16="http://schemas.microsoft.com/office/drawing/2014/main" id="{4FAEE975-ED21-4025-8A89-761DE825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63757"/>
            <a:ext cx="9620250" cy="433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‫כפתורי היומן המשרדי, בחירת עובד ופעולות עריכה מופיעים לפי ההרשאה של החשבון.‬</a:t>
            </a:r>
          </a:p>
        </p:txBody>
      </p:sp>
      <p:sp>
        <p:nvSpPr>
          <p:cNvPr id="4" name="native-text-391">
            <a:extLst xmlns:a="http://schemas.openxmlformats.org/drawingml/2006/main">
              <a:ext uri="{FF2B5EF4-FFF2-40B4-BE49-F238E27FC236}">
                <a16:creationId xmlns:a16="http://schemas.microsoft.com/office/drawing/2014/main" id="{F99BBD39-91B1-4FEF-A76B-4D1387E2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2325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‫תזכורות ושירותים‬</a:t>
            </a:r>
          </a:p>
        </p:txBody>
      </p:sp>
      <p:sp>
        <p:nvSpPr>
          <p:cNvPr id="5" name="native-text-392">
            <a:extLst xmlns:a="http://schemas.openxmlformats.org/drawingml/2006/main">
              <a:ext uri="{FF2B5EF4-FFF2-40B4-BE49-F238E27FC236}">
                <a16:creationId xmlns:a16="http://schemas.microsoft.com/office/drawing/2014/main" id="{4C3AB677-C93B-4750-9980-3EB1BE2A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37332"/>
            <a:ext cx="9620250" cy="781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‫המשרד קובע אילו מועדי תזכורת, ערוצים ושירותי סנכרון זמינים. לכן המסך עשוי להיות שונה מעט בין משרדים.‬</a:t>
            </a:r>
          </a:p>
        </p:txBody>
      </p:sp>
      <p:sp>
        <p:nvSpPr>
          <p:cNvPr id="6" name="native-text-393">
            <a:extLst xmlns:a="http://schemas.openxmlformats.org/drawingml/2006/main">
              <a:ext uri="{FF2B5EF4-FFF2-40B4-BE49-F238E27FC236}">
                <a16:creationId xmlns:a16="http://schemas.microsoft.com/office/drawing/2014/main" id="{45128084-8229-4A02-9917-4D957592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23944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‫תצוגה מול עריכה‬</a:t>
            </a:r>
          </a:p>
        </p:txBody>
      </p:sp>
      <p:sp>
        <p:nvSpPr>
          <p:cNvPr id="7" name="native-text-394">
            <a:extLst xmlns:a="http://schemas.openxmlformats.org/drawingml/2006/main">
              <a:ext uri="{FF2B5EF4-FFF2-40B4-BE49-F238E27FC236}">
                <a16:creationId xmlns:a16="http://schemas.microsoft.com/office/drawing/2014/main" id="{3B834BBB-C2D1-4BC8-9C59-6447C5F7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8951"/>
            <a:ext cx="9620250" cy="433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‫ראיית אירוע אינה מבטיחה הרשאה לשנות אותו. משתמשים בפעולות שהמסך מאפשר.‬</a:t>
            </a:r>
          </a:p>
        </p:txBody>
      </p:sp>
      <p:sp>
        <p:nvSpPr>
          <p:cNvPr id="8" name="native-text-395">
            <a:extLst xmlns:a="http://schemas.openxmlformats.org/drawingml/2006/main">
              <a:ext uri="{FF2B5EF4-FFF2-40B4-BE49-F238E27FC236}">
                <a16:creationId xmlns:a16="http://schemas.microsoft.com/office/drawing/2014/main" id="{74E4CD91-E99B-477E-91BB-3EA52B24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‫אם פעולה חסרה, בדקו את ההרשאות והגדרות המשרד לפני יצירת אירוע נוסף.‬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39DAC-E973-47CD-81DD-7C11DBDD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0" name="native-text-396">
            <a:extLst xmlns:a="http://schemas.openxmlformats.org/drawingml/2006/main">
              <a:ext uri="{FF2B5EF4-FFF2-40B4-BE49-F238E27FC236}">
                <a16:creationId xmlns:a16="http://schemas.microsoft.com/office/drawing/2014/main" id="{3BA78C0A-B959-4D21-85F0-432CBFEC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36</a:t>
            </a:r>
          </a:p>
        </p:txBody>
      </p:sp>
      <p:sp>
        <p:nvSpPr>
          <p:cNvPr id="11" name="native-text-397">
            <a:extLst xmlns:a="http://schemas.openxmlformats.org/drawingml/2006/main">
              <a:ext uri="{FF2B5EF4-FFF2-40B4-BE49-F238E27FC236}">
                <a16:creationId xmlns:a16="http://schemas.microsoft.com/office/drawing/2014/main" id="{8A0BE09A-8280-4B51-89B5-ECAC605CED5F}"/>
              </a:ext>
            </a:extLst>
            <a:hlinkClick xmlns:r="http://schemas.openxmlformats.org/officeDocument/2006/relationships" xmlns:a="http://schemas.openxmlformats.org/drawingml/2006/main" r:id="R5df506d4b138405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98584544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tive-text-398">
            <a:extLst xmlns:a="http://schemas.openxmlformats.org/drawingml/2006/main">
              <a:ext uri="{FF2B5EF4-FFF2-40B4-BE49-F238E27FC236}">
                <a16:creationId xmlns:a16="http://schemas.microsoft.com/office/drawing/2014/main" id="{49CA62C7-E230-421D-850A-0E28DFE5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‫מפתח כפתורים במסך היומן‬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C9884-D173-480E-AF0F-1C65A9DEDC56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305300"/>
              </a:tblGrid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‫מה קורה בלחיצה‬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‫הכפתור‬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‫משנה את היקף האירועים לפי ההרשאה‬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‫היומן שלי / יומן המשרד‬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‫משנה את אופן ההצגה‬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‫יום / שבוע / חודש‬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‫עובר לתקופה אחרת או חוזר לתאריך הנוכחי‬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‫חצים / היום‬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‫פותח מסננים; ניקוי מסיר את בחירת המסננים‬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‫סינון מתקדם / נקה סינון‬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‫טוען שוב מידע עדכני‬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‫רענון היומן / ניסיון נוסף‬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‫פותח טופס ליצירת אירוע‬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‫פלוס‬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native-text-399">
            <a:extLst xmlns:a="http://schemas.openxmlformats.org/drawingml/2006/main">
              <a:ext uri="{FF2B5EF4-FFF2-40B4-BE49-F238E27FC236}">
                <a16:creationId xmlns:a16="http://schemas.microsoft.com/office/drawing/2014/main" id="{1DB96AB3-FA9B-4A16-AC2A-AADA6884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‫לחיצה על כרטיס אירוע פותחת אותו; לחיצה על יום בחודש בוחרת את רשימת היום.‬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70F1E-CBC3-471F-9F37-27BE3731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native-text-400">
            <a:extLst xmlns:a="http://schemas.openxmlformats.org/drawingml/2006/main">
              <a:ext uri="{FF2B5EF4-FFF2-40B4-BE49-F238E27FC236}">
                <a16:creationId xmlns:a16="http://schemas.microsoft.com/office/drawing/2014/main" id="{06AAD698-B1BC-46F8-BB49-AD742CA1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37</a:t>
            </a:r>
          </a:p>
        </p:txBody>
      </p:sp>
      <p:sp>
        <p:nvSpPr>
          <p:cNvPr id="6" name="native-text-401">
            <a:extLst xmlns:a="http://schemas.openxmlformats.org/drawingml/2006/main">
              <a:ext uri="{FF2B5EF4-FFF2-40B4-BE49-F238E27FC236}">
                <a16:creationId xmlns:a16="http://schemas.microsoft.com/office/drawing/2014/main" id="{1AB04713-AE91-46B8-93FE-A4A87AA0039C}"/>
              </a:ext>
            </a:extLst>
            <a:hlinkClick xmlns:r="http://schemas.openxmlformats.org/officeDocument/2006/relationships" xmlns:a="http://schemas.openxmlformats.org/drawingml/2006/main" r:id="Re9c9d20693cf4a50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9587067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tive-text-402">
            <a:extLst xmlns:a="http://schemas.openxmlformats.org/drawingml/2006/main">
              <a:ext uri="{FF2B5EF4-FFF2-40B4-BE49-F238E27FC236}">
                <a16:creationId xmlns:a16="http://schemas.microsoft.com/office/drawing/2014/main" id="{8E7394B2-38AD-447F-80DC-3165E0D2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‫מפתח פעולות בטופס האירוע‬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DD5A8-F1BE-4BE1-BB56-1BAAEF8A815C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4076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305300"/>
              </a:tblGrid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‫מה קורה בלחיצה‬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‫הכפתור‬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‫שומר את פרטי האירוע והשינויים שהזנתם‬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‫שמור‬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‫סוגר את הטופס בלי לשמור שינויים‬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‫ביטול / סגירה‬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‫פותח טופס חדש עם עותק של הפרטים‬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‫שכפל אירוע‬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‫מסמן ביטול ומפסיק תזכורות לאחר אישור‬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‫פגישה בוטלה‬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‫מוחק את האירוע לאחר אישור‬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‫מחק אירוע‬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‫מוסיף או מסיר אדם מהרשימה בטופס‬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‫הוסף לקוח / הוסף לקוח פוטנציאלי / סימן הסרה‬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native-text-403">
            <a:extLst xmlns:a="http://schemas.openxmlformats.org/drawingml/2006/main">
              <a:ext uri="{FF2B5EF4-FFF2-40B4-BE49-F238E27FC236}">
                <a16:creationId xmlns:a16="http://schemas.microsoft.com/office/drawing/2014/main" id="{0A69E4E8-AA6F-477B-9A3A-7DA843EC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‫פעולות תיק, המרת לקוח פוטנציאלי ואישורי הגעה מופיעות לפי נתוני האירוע והרשאות החשבון.‬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7C1C5-2C33-4034-A569-BB1C8098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native-text-404">
            <a:extLst xmlns:a="http://schemas.openxmlformats.org/drawingml/2006/main">
              <a:ext uri="{FF2B5EF4-FFF2-40B4-BE49-F238E27FC236}">
                <a16:creationId xmlns:a16="http://schemas.microsoft.com/office/drawing/2014/main" id="{334B2D8C-253B-4160-9016-21BFC298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38</a:t>
            </a:r>
          </a:p>
        </p:txBody>
      </p:sp>
      <p:sp>
        <p:nvSpPr>
          <p:cNvPr id="6" name="native-text-405">
            <a:extLst xmlns:a="http://schemas.openxmlformats.org/drawingml/2006/main">
              <a:ext uri="{FF2B5EF4-FFF2-40B4-BE49-F238E27FC236}">
                <a16:creationId xmlns:a16="http://schemas.microsoft.com/office/drawing/2014/main" id="{2113A24C-61DD-43F7-922D-786432F04B40}"/>
              </a:ext>
            </a:extLst>
            <a:hlinkClick xmlns:r="http://schemas.openxmlformats.org/officeDocument/2006/relationships" xmlns:a="http://schemas.openxmlformats.org/drawingml/2006/main" r:id="R31c19f86bda64fde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52282885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tive-text-406">
            <a:extLst xmlns:a="http://schemas.openxmlformats.org/drawingml/2006/main">
              <a:ext uri="{FF2B5EF4-FFF2-40B4-BE49-F238E27FC236}">
                <a16:creationId xmlns:a16="http://schemas.microsoft.com/office/drawing/2014/main" id="{293783A1-C976-4D95-B350-5EC35106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‫מפתח עריכת הודעות וסנכרון‬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B8143-0F30-4B40-BA22-068665F8A1D3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305300"/>
              </a:tblGrid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‫מה קורה בלחיצה‬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‫הכפתור‬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‫פותח את שדה הנוסח או חוזר לתצוגה המקדימה‬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‫ערוך הודעה / סגור עריכה‬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‫מחליף את הנוסח בנוסח ברירת המחדל‬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‫שחזר ברירת מחדל‬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‫מוסיף משתנה במקום הסמן בנוסח‬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‫תווית שם הלקוח / תאריך / שעה‬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‫שומר את בחירת הסיכום האישי היומי‬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‫שמור הגדרות יומן יומי‬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‫מעתיק את הקישור או יוצר קישור אישי חדש‬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‫העתק / חדש קישור‬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‫מחבר, מייבא לפי הפעולה או מנתק שירות חיצוני‬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‫חבר / סנכרן / נתק‬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native-text-407">
            <a:extLst xmlns:a="http://schemas.openxmlformats.org/drawingml/2006/main">
              <a:ext uri="{FF2B5EF4-FFF2-40B4-BE49-F238E27FC236}">
                <a16:creationId xmlns:a16="http://schemas.microsoft.com/office/drawing/2014/main" id="{8DDEDB62-EF25-40C6-9A16-9EACE176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‫עריכת נוסח נשמרת ב״שמור״ של האירוע. הגדרות הסיכום היומי נשמרות בכפתור הייעודי שלהן.‬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12DC8-6207-4DA0-A602-45D0378F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native-text-408">
            <a:extLst xmlns:a="http://schemas.openxmlformats.org/drawingml/2006/main">
              <a:ext uri="{FF2B5EF4-FFF2-40B4-BE49-F238E27FC236}">
                <a16:creationId xmlns:a16="http://schemas.microsoft.com/office/drawing/2014/main" id="{0FE6A55C-1F2B-49A4-AFC0-28F67CE0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39</a:t>
            </a:r>
          </a:p>
        </p:txBody>
      </p:sp>
      <p:sp>
        <p:nvSpPr>
          <p:cNvPr id="6" name="native-text-409">
            <a:extLst xmlns:a="http://schemas.openxmlformats.org/drawingml/2006/main">
              <a:ext uri="{FF2B5EF4-FFF2-40B4-BE49-F238E27FC236}">
                <a16:creationId xmlns:a16="http://schemas.microsoft.com/office/drawing/2014/main" id="{A72E8ED6-2DD7-4CEF-A73A-A71E3A76272D}"/>
              </a:ext>
            </a:extLst>
            <a:hlinkClick xmlns:r="http://schemas.openxmlformats.org/officeDocument/2006/relationships" xmlns:a="http://schemas.openxmlformats.org/drawingml/2006/main" r:id="R85edcf879b8d4497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72404200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tive-text-410">
            <a:extLst xmlns:a="http://schemas.openxmlformats.org/drawingml/2006/main">
              <a:ext uri="{FF2B5EF4-FFF2-40B4-BE49-F238E27FC236}">
                <a16:creationId xmlns:a16="http://schemas.microsoft.com/office/drawing/2014/main" id="{2348CDDD-8F80-4B45-A78A-A72FE266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‫מפתח משתנים: אנשים ופגישה‬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EDDF9-5426-4A85-BFEE-E14FAD1B370E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305300"/>
              </a:tblGrid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‫מה ייכנס להודעה‬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‫התווית‬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‫השם של הלקוח שמקבל את ההודעה‬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‫שם הלקוח‬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‫שמות הלקוחות המשויכים לפגישה‬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‫כל הלקוחות‬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‫שם המשרד לפי הגדרות המערכת‬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‫שם המשרד‬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‫כותרת האירוע שהוזנה בטופס‬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‫כותרת האירוע‬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‫שם עורך הדין לפי נתוני האירוע‬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‫שם עורך הדין‬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‫סוג הפגישה: פרונטלית, טלפונית או זום‬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‫סוג פגישה‬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native-text-411">
            <a:extLst xmlns:a="http://schemas.openxmlformats.org/drawingml/2006/main">
              <a:ext uri="{FF2B5EF4-FFF2-40B4-BE49-F238E27FC236}">
                <a16:creationId xmlns:a16="http://schemas.microsoft.com/office/drawing/2014/main" id="{251FBC96-1172-42CA-9DE5-4D09C0A9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‫לוחצים על תווית במקום להקליד את הפרטים בכל הודעה מחדש. בתצוגה המקדימה בודקים את הנתון שנכנס בפועל.‬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76465-5EA1-4064-AB85-816A4429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native-text-412">
            <a:extLst xmlns:a="http://schemas.openxmlformats.org/drawingml/2006/main">
              <a:ext uri="{FF2B5EF4-FFF2-40B4-BE49-F238E27FC236}">
                <a16:creationId xmlns:a16="http://schemas.microsoft.com/office/drawing/2014/main" id="{3A67872E-120F-4075-BCDC-D4D8E0FC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40</a:t>
            </a:r>
          </a:p>
        </p:txBody>
      </p:sp>
      <p:sp>
        <p:nvSpPr>
          <p:cNvPr id="6" name="native-text-413">
            <a:extLst xmlns:a="http://schemas.openxmlformats.org/drawingml/2006/main">
              <a:ext uri="{FF2B5EF4-FFF2-40B4-BE49-F238E27FC236}">
                <a16:creationId xmlns:a16="http://schemas.microsoft.com/office/drawing/2014/main" id="{22B8E25C-061A-42EF-9ECE-C9E011AED7A4}"/>
              </a:ext>
            </a:extLst>
            <a:hlinkClick xmlns:r="http://schemas.openxmlformats.org/officeDocument/2006/relationships" xmlns:a="http://schemas.openxmlformats.org/drawingml/2006/main" r:id="Rd349fceedf08495f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89723868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tive-text-414">
            <a:extLst xmlns:a="http://schemas.openxmlformats.org/drawingml/2006/main">
              <a:ext uri="{FF2B5EF4-FFF2-40B4-BE49-F238E27FC236}">
                <a16:creationId xmlns:a16="http://schemas.microsoft.com/office/drawing/2014/main" id="{D824A2D7-CA55-4809-B341-58B811DF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‫מפתח משתנים: זמן וקישורים‬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3F19A-D596-476F-A3C6-A4FDDFB6C4F6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305300"/>
              </a:tblGrid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‫מה ייכנס להודעה‬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‫התווית‬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‫תאריך האירוע ושעת ההתחלה‬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‫תאריך / שעה‬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‫הכתובת או קישור הפגישה לפי סוג הפגישה‬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‫כתובת‬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‫טלפון המשרד לפי הגדרות המערכת‬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‫טלפון המשרד‬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‫קישורי ניווט כשיש מקום ונתוני קישור מתאימים‬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‫קישור וויז / קישור מפות‬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‫קישור ההזמנה לאישור או דחייה של ההגעה‬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‫קישור אישור הגעה‬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‫כתובת אתר המשרד לפי הגדרות המערכת‬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‫אתר המשרד‬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native-text-415">
            <a:extLst xmlns:a="http://schemas.openxmlformats.org/drawingml/2006/main">
              <a:ext uri="{FF2B5EF4-FFF2-40B4-BE49-F238E27FC236}">
                <a16:creationId xmlns:a16="http://schemas.microsoft.com/office/drawing/2014/main" id="{D37D37DC-54F2-42EF-A817-F6D4F03E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‫משתנים וקישורים שאינם מתאימים לסוג ההודעה לא מוצגים בכל עורך. למשל, קישור אישור הגעה אינו משתנה של נוסח התזכורת.‬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41D4F-2F8F-4EBB-9002-DE97DDD7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native-text-416">
            <a:extLst xmlns:a="http://schemas.openxmlformats.org/drawingml/2006/main">
              <a:ext uri="{FF2B5EF4-FFF2-40B4-BE49-F238E27FC236}">
                <a16:creationId xmlns:a16="http://schemas.microsoft.com/office/drawing/2014/main" id="{C5BDC3D1-A0FE-47EF-AA0F-F25047AE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41</a:t>
            </a:r>
          </a:p>
        </p:txBody>
      </p:sp>
      <p:sp>
        <p:nvSpPr>
          <p:cNvPr id="6" name="native-text-417">
            <a:extLst xmlns:a="http://schemas.openxmlformats.org/drawingml/2006/main">
              <a:ext uri="{FF2B5EF4-FFF2-40B4-BE49-F238E27FC236}">
                <a16:creationId xmlns:a16="http://schemas.microsoft.com/office/drawing/2014/main" id="{D8A29212-6938-4F25-8906-DC5FC6DB63DF}"/>
              </a:ext>
            </a:extLst>
            <a:hlinkClick xmlns:r="http://schemas.openxmlformats.org/officeDocument/2006/relationships" xmlns:a="http://schemas.openxmlformats.org/drawingml/2006/main" r:id="Rf198d00ac23b4d29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84880428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tive-text-418">
            <a:extLst xmlns:a="http://schemas.openxmlformats.org/drawingml/2006/main">
              <a:ext uri="{FF2B5EF4-FFF2-40B4-BE49-F238E27FC236}">
                <a16:creationId xmlns:a16="http://schemas.microsoft.com/office/drawing/2014/main" id="{E28C29EB-164A-4111-8880-8E349EF2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‫אם משהו לא עובד‬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9B418-A2BD-4156-BB68-2A94B06C922D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305300"/>
              </a:tblGrid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‫מה בודקים או עושים‬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‫מה רואים‬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‫תאריך, היקף, חיפוש ומסננים פעילים‬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‫אירוע חסר ברשימה‬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‫ממתינים לתוצאה ומשתמשים בניסיון נוסף; אירועים קיימים נשארים מוצגים‬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‫שגיאת רענון‬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7620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‫קוראים את הודעת השגיאה, מתקנים נתונים ובודקים לפני ניסיון שמירה נוסף‬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‫השמירה נכשלה‬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‫הרשאה והגדרות משרד, או שינוי שהתרחש מאז פתיחת הטופס‬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‫פעולה חסרה או נדחתה‬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7620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‫נמענים, פרטי קשר, ערוצים, מועדים וחלון שקט; תצוגה מקדימה אינה הוכחת מסירה‬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‫הודעה לא התקבלה‬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native-text-419">
            <a:extLst xmlns:a="http://schemas.openxmlformats.org/drawingml/2006/main">
              <a:ext uri="{FF2B5EF4-FFF2-40B4-BE49-F238E27FC236}">
                <a16:creationId xmlns:a16="http://schemas.microsoft.com/office/drawing/2014/main" id="{F928E5D4-B28F-4FF1-A1DE-42203A3E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‫כשפונים לתמיכה, מצרפים את שם האירוע, התאריך והפעולה שניסיתם לבצע.‬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DF15E-BFB8-42E3-A5BA-CF87610D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native-text-420">
            <a:extLst xmlns:a="http://schemas.openxmlformats.org/drawingml/2006/main">
              <a:ext uri="{FF2B5EF4-FFF2-40B4-BE49-F238E27FC236}">
                <a16:creationId xmlns:a16="http://schemas.microsoft.com/office/drawing/2014/main" id="{550B6B94-7C7F-4BCA-8413-C6FFBB1E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42</a:t>
            </a:r>
          </a:p>
        </p:txBody>
      </p:sp>
      <p:sp>
        <p:nvSpPr>
          <p:cNvPr id="6" name="native-text-421">
            <a:extLst xmlns:a="http://schemas.openxmlformats.org/drawingml/2006/main">
              <a:ext uri="{FF2B5EF4-FFF2-40B4-BE49-F238E27FC236}">
                <a16:creationId xmlns:a16="http://schemas.microsoft.com/office/drawing/2014/main" id="{689F843E-506E-415D-8830-667D230C37F3}"/>
              </a:ext>
            </a:extLst>
            <a:hlinkClick xmlns:r="http://schemas.openxmlformats.org/officeDocument/2006/relationships" xmlns:a="http://schemas.openxmlformats.org/drawingml/2006/main" r:id="Ra5b7ee149296417e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9650662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native-text-422">
            <a:extLst xmlns:a="http://schemas.openxmlformats.org/drawingml/2006/main">
              <a:ext uri="{FF2B5EF4-FFF2-40B4-BE49-F238E27FC236}">
                <a16:creationId xmlns:a16="http://schemas.microsoft.com/office/drawing/2014/main" id="{99BD5641-1805-4894-81B1-53515011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‫כשאין אישור מסירה להודעה‬</a:t>
            </a:r>
          </a:p>
        </p:txBody>
      </p:sp>
      <p:sp>
        <p:nvSpPr>
          <p:cNvPr id="2" name="native-text-423">
            <a:extLst xmlns:a="http://schemas.openxmlformats.org/drawingml/2006/main">
              <a:ext uri="{FF2B5EF4-FFF2-40B4-BE49-F238E27FC236}">
                <a16:creationId xmlns:a16="http://schemas.microsoft.com/office/drawing/2014/main" id="{F3E106B0-B033-48AE-9664-448D54A3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96202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‫קודם בודקים‬</a:t>
            </a:r>
          </a:p>
        </p:txBody>
      </p:sp>
      <p:sp>
        <p:nvSpPr>
          <p:cNvPr id="3" name="native-text-424">
            <a:extLst xmlns:a="http://schemas.openxmlformats.org/drawingml/2006/main">
              <a:ext uri="{FF2B5EF4-FFF2-40B4-BE49-F238E27FC236}">
                <a16:creationId xmlns:a16="http://schemas.microsoft.com/office/drawing/2014/main" id="{5D01DB03-560B-4809-B160-7E3C6A1F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610"/>
            <a:ext cx="96202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‫תצוגה מקדימה מראה את הנוסח. היא אינה מעידה שההודעה נמסרה. קוראים את הודעת התוצאה שמופיעה.‬</a:t>
            </a:r>
          </a:p>
        </p:txBody>
      </p:sp>
      <p:sp>
        <p:nvSpPr>
          <p:cNvPr id="4" name="native-text-425">
            <a:extLst xmlns:a="http://schemas.openxmlformats.org/drawingml/2006/main">
              <a:ext uri="{FF2B5EF4-FFF2-40B4-BE49-F238E27FC236}">
                <a16:creationId xmlns:a16="http://schemas.microsoft.com/office/drawing/2014/main" id="{20869D84-7F92-47FD-9DD8-7F75DAE0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43213"/>
            <a:ext cx="96202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‫אין שליחה חוזרת אוטומטית‬</a:t>
            </a:r>
          </a:p>
        </p:txBody>
      </p:sp>
      <p:sp>
        <p:nvSpPr>
          <p:cNvPr id="5" name="native-text-426">
            <a:extLst xmlns:a="http://schemas.openxmlformats.org/drawingml/2006/main">
              <a:ext uri="{FF2B5EF4-FFF2-40B4-BE49-F238E27FC236}">
                <a16:creationId xmlns:a16="http://schemas.microsoft.com/office/drawing/2014/main" id="{18F7AE6E-DECB-4395-B180-19C07AB8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43072"/>
            <a:ext cx="96202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‫כשלא ניתן לאמת מסירה של הסיכום היומי, המערכת אינה שולחת אותו שוב אוטומטית כדי למנוע כפילות.‬</a:t>
            </a:r>
          </a:p>
        </p:txBody>
      </p:sp>
      <p:sp>
        <p:nvSpPr>
          <p:cNvPr id="6" name="native-text-427">
            <a:extLst xmlns:a="http://schemas.openxmlformats.org/drawingml/2006/main">
              <a:ext uri="{FF2B5EF4-FFF2-40B4-BE49-F238E27FC236}">
                <a16:creationId xmlns:a16="http://schemas.microsoft.com/office/drawing/2014/main" id="{5594B3FD-337C-45FA-B45A-7D3DA2C8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57675"/>
            <a:ext cx="96202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‫בירור לפני שליחה נוספת‬</a:t>
            </a:r>
          </a:p>
        </p:txBody>
      </p:sp>
      <p:sp>
        <p:nvSpPr>
          <p:cNvPr id="7" name="native-text-428">
            <a:extLst xmlns:a="http://schemas.openxmlformats.org/drawingml/2006/main">
              <a:ext uri="{FF2B5EF4-FFF2-40B4-BE49-F238E27FC236}">
                <a16:creationId xmlns:a16="http://schemas.microsoft.com/office/drawing/2014/main" id="{07BDAC73-C38D-48EA-9645-1196871A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57535"/>
            <a:ext cx="96202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‫בודקים את הנמען, פרטי הקשר וערוץ השליחה. אם עדיין אין תשובה ברורה, פונים לתמיכה לפני ניסיון נוסף.‬</a:t>
            </a:r>
          </a:p>
        </p:txBody>
      </p:sp>
      <p:sp>
        <p:nvSpPr>
          <p:cNvPr id="8" name="native-text-429">
            <a:extLst xmlns:a="http://schemas.openxmlformats.org/drawingml/2006/main">
              <a:ext uri="{FF2B5EF4-FFF2-40B4-BE49-F238E27FC236}">
                <a16:creationId xmlns:a16="http://schemas.microsoft.com/office/drawing/2014/main" id="{79B202F9-E402-438A-A677-C40DF7E2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‫אל תיצרו פגישה נוספת רק כדי לנסות לשלוח שוב את אותה הודעה.‬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89ACF-8A76-4447-AD77-FDCE3CF7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0" name="native-text-430">
            <a:extLst xmlns:a="http://schemas.openxmlformats.org/drawingml/2006/main">
              <a:ext uri="{FF2B5EF4-FFF2-40B4-BE49-F238E27FC236}">
                <a16:creationId xmlns:a16="http://schemas.microsoft.com/office/drawing/2014/main" id="{436A2D9E-FFEC-486A-997C-79B267DA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43</a:t>
            </a:r>
          </a:p>
        </p:txBody>
      </p:sp>
      <p:sp>
        <p:nvSpPr>
          <p:cNvPr id="11" name="native-text-431">
            <a:extLst xmlns:a="http://schemas.openxmlformats.org/drawingml/2006/main">
              <a:ext uri="{FF2B5EF4-FFF2-40B4-BE49-F238E27FC236}">
                <a16:creationId xmlns:a16="http://schemas.microsoft.com/office/drawing/2014/main" id="{4120AE0A-FFFE-4533-A93B-A8A26A39B303}"/>
              </a:ext>
            </a:extLst>
            <a:hlinkClick xmlns:r="http://schemas.openxmlformats.org/officeDocument/2006/relationships" xmlns:a="http://schemas.openxmlformats.org/drawingml/2006/main" r:id="R467fe4b8c014401f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90965043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native-text-432">
            <a:extLst xmlns:a="http://schemas.openxmlformats.org/drawingml/2006/main">
              <a:ext uri="{FF2B5EF4-FFF2-40B4-BE49-F238E27FC236}">
                <a16:creationId xmlns:a16="http://schemas.microsoft.com/office/drawing/2014/main" id="{FA8A9769-8DF2-4C99-8D11-FF9639AA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‫דוגמה מלאה: פגישת שכירות‬</a:t>
            </a:r>
          </a:p>
        </p:txBody>
      </p:sp>
      <p:sp>
        <p:nvSpPr>
          <p:cNvPr id="2" name="native-text-433">
            <a:extLst xmlns:a="http://schemas.openxmlformats.org/drawingml/2006/main">
              <a:ext uri="{FF2B5EF4-FFF2-40B4-BE49-F238E27FC236}">
                <a16:creationId xmlns:a16="http://schemas.microsoft.com/office/drawing/2014/main" id="{AEBA5FD6-A18F-4B5A-A0F8-4318B847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96202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‫הקמת הפגישה‬</a:t>
            </a:r>
          </a:p>
        </p:txBody>
      </p:sp>
      <p:sp>
        <p:nvSpPr>
          <p:cNvPr id="3" name="native-text-434">
            <a:extLst xmlns:a="http://schemas.openxmlformats.org/drawingml/2006/main">
              <a:ext uri="{FF2B5EF4-FFF2-40B4-BE49-F238E27FC236}">
                <a16:creationId xmlns:a16="http://schemas.microsoft.com/office/drawing/2014/main" id="{4B62E619-57A1-4B9D-AF61-193B734A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610"/>
            <a:ext cx="96202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הפלוס. כותבים ״פגישת שכירות - משפחת ישראלי״ ומגדירים ‪09:00‬ עד ‪09:45‬ ביום הרצוי.‬</a:t>
            </a:r>
          </a:p>
        </p:txBody>
      </p:sp>
      <p:sp>
        <p:nvSpPr>
          <p:cNvPr id="4" name="native-text-435">
            <a:extLst xmlns:a="http://schemas.openxmlformats.org/drawingml/2006/main">
              <a:ext uri="{FF2B5EF4-FFF2-40B4-BE49-F238E27FC236}">
                <a16:creationId xmlns:a16="http://schemas.microsoft.com/office/drawing/2014/main" id="{E79789F6-EE33-4A32-BC87-5E303F92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43213"/>
            <a:ext cx="96202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‫משתתפים ומקום‬</a:t>
            </a:r>
          </a:p>
        </p:txBody>
      </p:sp>
      <p:sp>
        <p:nvSpPr>
          <p:cNvPr id="5" name="native-text-436">
            <a:extLst xmlns:a="http://schemas.openxmlformats.org/drawingml/2006/main">
              <a:ext uri="{FF2B5EF4-FFF2-40B4-BE49-F238E27FC236}">
                <a16:creationId xmlns:a16="http://schemas.microsoft.com/office/drawing/2014/main" id="{BAE67DD7-1F6F-4532-8491-E532A007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43072"/>
            <a:ext cx="96202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‫מוסיפים את דנה לוי ורות ברק ואת ישראל השוכר, מיכל המשכירה ואדם הערב. בוחרים פגישה פרונטלית וממלאים כתובת.‬</a:t>
            </a:r>
          </a:p>
        </p:txBody>
      </p:sp>
      <p:sp>
        <p:nvSpPr>
          <p:cNvPr id="6" name="native-text-437">
            <a:extLst xmlns:a="http://schemas.openxmlformats.org/drawingml/2006/main">
              <a:ext uri="{FF2B5EF4-FFF2-40B4-BE49-F238E27FC236}">
                <a16:creationId xmlns:a16="http://schemas.microsoft.com/office/drawing/2014/main" id="{FEB6BEC5-8919-412A-B048-930BF726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57675"/>
            <a:ext cx="96202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‫הודעות ושמירה‬</a:t>
            </a:r>
          </a:p>
        </p:txBody>
      </p:sp>
      <p:sp>
        <p:nvSpPr>
          <p:cNvPr id="7" name="native-text-438">
            <a:extLst xmlns:a="http://schemas.openxmlformats.org/drawingml/2006/main">
              <a:ext uri="{FF2B5EF4-FFF2-40B4-BE49-F238E27FC236}">
                <a16:creationId xmlns:a16="http://schemas.microsoft.com/office/drawing/2014/main" id="{22D40B77-B8C2-44DA-BCD3-3265F651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57535"/>
            <a:ext cx="96202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תזכורות ללקוחות ולמנהלים, בודקים ערוצים ונוסח הזמנה, קוראים את התצוגה המקדימה ולוחצים ״שמור״.‬</a:t>
            </a:r>
          </a:p>
        </p:txBody>
      </p:sp>
      <p:sp>
        <p:nvSpPr>
          <p:cNvPr id="8" name="native-text-439">
            <a:extLst xmlns:a="http://schemas.openxmlformats.org/drawingml/2006/main">
              <a:ext uri="{FF2B5EF4-FFF2-40B4-BE49-F238E27FC236}">
                <a16:creationId xmlns:a16="http://schemas.microsoft.com/office/drawing/2014/main" id="{55E89B46-4307-4781-91C8-9754AD40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‫אחרי השמירה פותחים את האירוע ביומן ובודקים מועד, משתתפים וסטטוס אישורי הגעה.‬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4C535-ABE7-43A0-8155-8F6607E2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0" name="native-text-440">
            <a:extLst xmlns:a="http://schemas.openxmlformats.org/drawingml/2006/main">
              <a:ext uri="{FF2B5EF4-FFF2-40B4-BE49-F238E27FC236}">
                <a16:creationId xmlns:a16="http://schemas.microsoft.com/office/drawing/2014/main" id="{62B15E06-D5EE-49F2-8B78-71820FB3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44</a:t>
            </a:r>
          </a:p>
        </p:txBody>
      </p:sp>
      <p:sp>
        <p:nvSpPr>
          <p:cNvPr id="11" name="native-text-441">
            <a:extLst xmlns:a="http://schemas.openxmlformats.org/drawingml/2006/main">
              <a:ext uri="{FF2B5EF4-FFF2-40B4-BE49-F238E27FC236}">
                <a16:creationId xmlns:a16="http://schemas.microsoft.com/office/drawing/2014/main" id="{AB774EB6-0400-41B5-A027-F18BCC6B5A7E}"/>
              </a:ext>
            </a:extLst>
            <a:hlinkClick xmlns:r="http://schemas.openxmlformats.org/officeDocument/2006/relationships" xmlns:a="http://schemas.openxmlformats.org/drawingml/2006/main" r:id="Rbf2d6c73b186493c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72048708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native-text-442">
            <a:extLst xmlns:a="http://schemas.openxmlformats.org/drawingml/2006/main">
              <a:ext uri="{FF2B5EF4-FFF2-40B4-BE49-F238E27FC236}">
                <a16:creationId xmlns:a16="http://schemas.microsoft.com/office/drawing/2014/main" id="{A28071AC-629C-40AD-BCE6-6DB43BAD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‫בדיקה קצרה לפני שמירה‬</a:t>
            </a:r>
          </a:p>
        </p:txBody>
      </p:sp>
      <p:sp>
        <p:nvSpPr>
          <p:cNvPr id="2" name="native-text-443">
            <a:extLst xmlns:a="http://schemas.openxmlformats.org/drawingml/2006/main">
              <a:ext uri="{FF2B5EF4-FFF2-40B4-BE49-F238E27FC236}">
                <a16:creationId xmlns:a16="http://schemas.microsoft.com/office/drawing/2014/main" id="{B1026ACA-E695-456B-BA32-2480EC7E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‫מועד ואנשים‬</a:t>
            </a:r>
          </a:p>
        </p:txBody>
      </p:sp>
      <p:sp>
        <p:nvSpPr>
          <p:cNvPr id="3" name="native-text-444">
            <a:extLst xmlns:a="http://schemas.openxmlformats.org/drawingml/2006/main">
              <a:ext uri="{FF2B5EF4-FFF2-40B4-BE49-F238E27FC236}">
                <a16:creationId xmlns:a16="http://schemas.microsoft.com/office/drawing/2014/main" id="{4A8F56E9-515B-4BD0-84F3-E3DFD709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63757"/>
            <a:ext cx="9620250" cy="433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‫התאריך והשעות נכונים. נבחרו כל המנהלים והלקוחות, ופרטי הקשר שלהם מתאימים.‬</a:t>
            </a:r>
          </a:p>
        </p:txBody>
      </p:sp>
      <p:sp>
        <p:nvSpPr>
          <p:cNvPr id="4" name="native-text-445">
            <a:extLst xmlns:a="http://schemas.openxmlformats.org/drawingml/2006/main">
              <a:ext uri="{FF2B5EF4-FFF2-40B4-BE49-F238E27FC236}">
                <a16:creationId xmlns:a16="http://schemas.microsoft.com/office/drawing/2014/main" id="{B9628309-55AC-4989-9435-4DCE99F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2325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‫מקום והודעות‬</a:t>
            </a:r>
          </a:p>
        </p:txBody>
      </p:sp>
      <p:sp>
        <p:nvSpPr>
          <p:cNvPr id="5" name="native-text-446">
            <a:extLst xmlns:a="http://schemas.openxmlformats.org/drawingml/2006/main">
              <a:ext uri="{FF2B5EF4-FFF2-40B4-BE49-F238E27FC236}">
                <a16:creationId xmlns:a16="http://schemas.microsoft.com/office/drawing/2014/main" id="{E7D2CD70-F863-4C5B-B660-C24136CD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37332"/>
            <a:ext cx="9620250" cy="781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‫סוג הפגישה, המיקום או הקישור נכונים. בחרנו את מועדי התזכורת, הערוצים והנמענים הרצויים.‬</a:t>
            </a:r>
          </a:p>
        </p:txBody>
      </p:sp>
      <p:sp>
        <p:nvSpPr>
          <p:cNvPr id="6" name="native-text-447">
            <a:extLst xmlns:a="http://schemas.openxmlformats.org/drawingml/2006/main">
              <a:ext uri="{FF2B5EF4-FFF2-40B4-BE49-F238E27FC236}">
                <a16:creationId xmlns:a16="http://schemas.microsoft.com/office/drawing/2014/main" id="{81AAA264-8280-4DCB-8956-BB09B742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23944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‫סיום‬</a:t>
            </a:r>
          </a:p>
        </p:txBody>
      </p:sp>
      <p:sp>
        <p:nvSpPr>
          <p:cNvPr id="7" name="native-text-448">
            <a:extLst xmlns:a="http://schemas.openxmlformats.org/drawingml/2006/main">
              <a:ext uri="{FF2B5EF4-FFF2-40B4-BE49-F238E27FC236}">
                <a16:creationId xmlns:a16="http://schemas.microsoft.com/office/drawing/2014/main" id="{C2E488CB-875F-440C-B02D-D2A3FF60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8951"/>
            <a:ext cx="9620250" cy="781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‫קראנו את ההודעה בתצוגה המקדימה. שומרים ומוודאים תוצאה מוצלחת לפני שסוגרים את הטופס.‬</a:t>
            </a:r>
          </a:p>
        </p:txBody>
      </p:sp>
      <p:sp>
        <p:nvSpPr>
          <p:cNvPr id="8" name="native-text-449">
            <a:extLst xmlns:a="http://schemas.openxmlformats.org/drawingml/2006/main">
              <a:ext uri="{FF2B5EF4-FFF2-40B4-BE49-F238E27FC236}">
                <a16:creationId xmlns:a16="http://schemas.microsoft.com/office/drawing/2014/main" id="{F5A67DEC-8D9D-466B-8292-DE21C64F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‫אפשר לחזור לתוכן העניינים בכל עת ולפתוח את הנושא הדרוש.‬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11DF0-228B-4010-AD12-50D5D8F9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0" name="native-text-450">
            <a:extLst xmlns:a="http://schemas.openxmlformats.org/drawingml/2006/main">
              <a:ext uri="{FF2B5EF4-FFF2-40B4-BE49-F238E27FC236}">
                <a16:creationId xmlns:a16="http://schemas.microsoft.com/office/drawing/2014/main" id="{9223DCDE-9541-4A29-8D14-18C27313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45</a:t>
            </a:r>
          </a:p>
        </p:txBody>
      </p:sp>
      <p:sp>
        <p:nvSpPr>
          <p:cNvPr id="11" name="native-text-451">
            <a:extLst xmlns:a="http://schemas.openxmlformats.org/drawingml/2006/main">
              <a:ext uri="{FF2B5EF4-FFF2-40B4-BE49-F238E27FC236}">
                <a16:creationId xmlns:a16="http://schemas.microsoft.com/office/drawing/2014/main" id="{E0218328-87AD-4ADA-8136-08C2BC593F81}"/>
              </a:ext>
            </a:extLst>
            <a:hlinkClick xmlns:r="http://schemas.openxmlformats.org/officeDocument/2006/relationships" xmlns:a="http://schemas.openxmlformats.org/drawingml/2006/main" r:id="R1e56cfdd64ee45c7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208982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2026-10-12T01:59:52.4360000Z</dcterms:created>
  <dcterms:modified xsi:type="dcterms:W3CDTF">2026-10-12T01:59:52.4360000Z</dcterms:modified>
</coreProperties>
</file>