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d7b29a4b754468" /><Relationship Type="http://schemas.openxmlformats.org/officeDocument/2006/relationships/extended-properties" Target="/docProps/app.xml" Id="Rd82720827f864684" /><Relationship Type="http://schemas.openxmlformats.org/officeDocument/2006/relationships/officeDocument" Target="/ppt/presentation.xml" Id="Rc6975f3ca3f74e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488eb7e634163"/>
  </p:sldMasterIdLst>
  <p:notesMasterIdLst>
    <p:notesMasterId xmlns:r="http://schemas.openxmlformats.org/officeDocument/2006/relationships" r:id="R66895436ba19443c"/>
  </p:notesMasterIdLst>
  <p:sldIdLst>
    <p:sldId xmlns:r="http://schemas.openxmlformats.org/officeDocument/2006/relationships" id="256" r:id="Rb22ec8e8a46a463b"/>
    <p:sldId xmlns:r="http://schemas.openxmlformats.org/officeDocument/2006/relationships" id="257" r:id="Rdd753dfa044c4d89"/>
    <p:sldId xmlns:r="http://schemas.openxmlformats.org/officeDocument/2006/relationships" id="258" r:id="R55c5a39156034f98"/>
    <p:sldId xmlns:r="http://schemas.openxmlformats.org/officeDocument/2006/relationships" id="259" r:id="Rb2134814626b46db"/>
    <p:sldId xmlns:r="http://schemas.openxmlformats.org/officeDocument/2006/relationships" id="260" r:id="Rc85813765fd74f38"/>
    <p:sldId xmlns:r="http://schemas.openxmlformats.org/officeDocument/2006/relationships" id="261" r:id="Rfead61d6d3ba4c02"/>
    <p:sldId xmlns:r="http://schemas.openxmlformats.org/officeDocument/2006/relationships" id="262" r:id="R48e26cf74e204b21"/>
    <p:sldId xmlns:r="http://schemas.openxmlformats.org/officeDocument/2006/relationships" id="263" r:id="R44a000ed9b3e4f70"/>
    <p:sldId xmlns:r="http://schemas.openxmlformats.org/officeDocument/2006/relationships" id="264" r:id="Rff9d3eaca1cd4d9a"/>
    <p:sldId xmlns:r="http://schemas.openxmlformats.org/officeDocument/2006/relationships" id="265" r:id="R10a10d656ea049da"/>
    <p:sldId xmlns:r="http://schemas.openxmlformats.org/officeDocument/2006/relationships" id="266" r:id="R4ac3b969b8cd4366"/>
    <p:sldId xmlns:r="http://schemas.openxmlformats.org/officeDocument/2006/relationships" id="267" r:id="R251158fb4d18455d"/>
    <p:sldId xmlns:r="http://schemas.openxmlformats.org/officeDocument/2006/relationships" id="268" r:id="R535bf58fdcda4592"/>
    <p:sldId xmlns:r="http://schemas.openxmlformats.org/officeDocument/2006/relationships" id="269" r:id="R7b757262a0b6401b"/>
    <p:sldId xmlns:r="http://schemas.openxmlformats.org/officeDocument/2006/relationships" id="270" r:id="Rfa996d09eb7d4229"/>
    <p:sldId xmlns:r="http://schemas.openxmlformats.org/officeDocument/2006/relationships" id="271" r:id="Rce93abe532374b97"/>
    <p:sldId xmlns:r="http://schemas.openxmlformats.org/officeDocument/2006/relationships" id="272" r:id="Rfdd9f466161b47c3"/>
    <p:sldId xmlns:r="http://schemas.openxmlformats.org/officeDocument/2006/relationships" id="273" r:id="R318131d81f014b26"/>
    <p:sldId xmlns:r="http://schemas.openxmlformats.org/officeDocument/2006/relationships" id="274" r:id="R2ce8d4674eeb4645"/>
    <p:sldId xmlns:r="http://schemas.openxmlformats.org/officeDocument/2006/relationships" id="275" r:id="Racd6368aca3f49a2"/>
    <p:sldId xmlns:r="http://schemas.openxmlformats.org/officeDocument/2006/relationships" id="276" r:id="R6910ec0b23c94352"/>
    <p:sldId xmlns:r="http://schemas.openxmlformats.org/officeDocument/2006/relationships" id="277" r:id="Ra05f315bc52c4386"/>
    <p:sldId xmlns:r="http://schemas.openxmlformats.org/officeDocument/2006/relationships" id="278" r:id="R5d1e0dc03a99462a"/>
    <p:sldId xmlns:r="http://schemas.openxmlformats.org/officeDocument/2006/relationships" id="279" r:id="Ra616351a23794111"/>
    <p:sldId xmlns:r="http://schemas.openxmlformats.org/officeDocument/2006/relationships" id="280" r:id="R9aadc8220494446b"/>
    <p:sldId xmlns:r="http://schemas.openxmlformats.org/officeDocument/2006/relationships" id="281" r:id="R537191a39e284dd2"/>
    <p:sldId xmlns:r="http://schemas.openxmlformats.org/officeDocument/2006/relationships" id="282" r:id="R437704d8f91344e0"/>
    <p:sldId xmlns:r="http://schemas.openxmlformats.org/officeDocument/2006/relationships" id="283" r:id="R60ef77ff9da645b5"/>
    <p:sldId xmlns:r="http://schemas.openxmlformats.org/officeDocument/2006/relationships" id="284" r:id="Rc1db1a8760ca4e49"/>
    <p:sldId xmlns:r="http://schemas.openxmlformats.org/officeDocument/2006/relationships" id="285" r:id="R9a0d6268d3414583"/>
    <p:sldId xmlns:r="http://schemas.openxmlformats.org/officeDocument/2006/relationships" id="286" r:id="Raf25622e4448451b"/>
    <p:sldId xmlns:r="http://schemas.openxmlformats.org/officeDocument/2006/relationships" id="287" r:id="R78283bc19c794a91"/>
    <p:sldId xmlns:r="http://schemas.openxmlformats.org/officeDocument/2006/relationships" id="288" r:id="R0103e54a938b430a"/>
    <p:sldId xmlns:r="http://schemas.openxmlformats.org/officeDocument/2006/relationships" id="289" r:id="Rdc5337746ca0431a"/>
    <p:sldId xmlns:r="http://schemas.openxmlformats.org/officeDocument/2006/relationships" id="290" r:id="R415605eb6a96497a"/>
    <p:sldId xmlns:r="http://schemas.openxmlformats.org/officeDocument/2006/relationships" id="291" r:id="R51135952776e4c8d"/>
    <p:sldId xmlns:r="http://schemas.openxmlformats.org/officeDocument/2006/relationships" id="292" r:id="R059170fb0e6b4d40"/>
    <p:sldId xmlns:r="http://schemas.openxmlformats.org/officeDocument/2006/relationships" id="293" r:id="R08ed655e1a504b4d"/>
    <p:sldId xmlns:r="http://schemas.openxmlformats.org/officeDocument/2006/relationships" id="294" r:id="R9db094a6cfb94a5f"/>
    <p:sldId xmlns:r="http://schemas.openxmlformats.org/officeDocument/2006/relationships" id="295" r:id="R7a0310bbbcc746b2"/>
    <p:sldId xmlns:r="http://schemas.openxmlformats.org/officeDocument/2006/relationships" id="296" r:id="R80a43dc4cd774e48"/>
    <p:sldId xmlns:r="http://schemas.openxmlformats.org/officeDocument/2006/relationships" id="297" r:id="R15b6fe5d3b2845f6"/>
    <p:sldId xmlns:r="http://schemas.openxmlformats.org/officeDocument/2006/relationships" id="298" r:id="R2c7e579be0514eef"/>
    <p:sldId xmlns:r="http://schemas.openxmlformats.org/officeDocument/2006/relationships" id="299" r:id="R3a4c964574f249bd"/>
    <p:sldId xmlns:r="http://schemas.openxmlformats.org/officeDocument/2006/relationships" id="300" r:id="R7d6ffd2654e34e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2fca77aba54705" /><Relationship Type="http://schemas.openxmlformats.org/officeDocument/2006/relationships/slideMaster" Target="/ppt/slideMasters/slideMaster1.xml" Id="Rf6b488eb7e634163" /><Relationship Type="http://schemas.openxmlformats.org/officeDocument/2006/relationships/notesMaster" Target="/ppt/notesMasters/notesMaster1.xml" Id="R66895436ba19443c" /><Relationship Type="http://schemas.openxmlformats.org/officeDocument/2006/relationships/presProps" Target="/ppt/presProps.xml" Id="R12b39bd720f640af" /><Relationship Type="http://schemas.openxmlformats.org/officeDocument/2006/relationships/tableStyles" Target="/ppt/tableStyles.xml" Id="R26216c4f5a38411e" /><Relationship Type="http://schemas.openxmlformats.org/officeDocument/2006/relationships/slide" Target="/ppt/slides/slide1.xml" Id="Rb22ec8e8a46a463b" /><Relationship Type="http://schemas.openxmlformats.org/officeDocument/2006/relationships/slide" Target="/ppt/slides/slide2.xml" Id="Rdd753dfa044c4d89" /><Relationship Type="http://schemas.openxmlformats.org/officeDocument/2006/relationships/slide" Target="/ppt/slides/slide3.xml" Id="R55c5a39156034f98" /><Relationship Type="http://schemas.openxmlformats.org/officeDocument/2006/relationships/slide" Target="/ppt/slides/slide4.xml" Id="Rb2134814626b46db" /><Relationship Type="http://schemas.openxmlformats.org/officeDocument/2006/relationships/slide" Target="/ppt/slides/slide5.xml" Id="Rc85813765fd74f38" /><Relationship Type="http://schemas.openxmlformats.org/officeDocument/2006/relationships/slide" Target="/ppt/slides/slide6.xml" Id="Rfead61d6d3ba4c02" /><Relationship Type="http://schemas.openxmlformats.org/officeDocument/2006/relationships/slide" Target="/ppt/slides/slide7.xml" Id="R48e26cf74e204b21" /><Relationship Type="http://schemas.openxmlformats.org/officeDocument/2006/relationships/slide" Target="/ppt/slides/slide8.xml" Id="R44a000ed9b3e4f70" /><Relationship Type="http://schemas.openxmlformats.org/officeDocument/2006/relationships/slide" Target="/ppt/slides/slide9.xml" Id="Rff9d3eaca1cd4d9a" /><Relationship Type="http://schemas.openxmlformats.org/officeDocument/2006/relationships/slide" Target="/ppt/slides/slide10.xml" Id="R10a10d656ea049da" /><Relationship Type="http://schemas.openxmlformats.org/officeDocument/2006/relationships/slide" Target="/ppt/slides/slide11.xml" Id="R4ac3b969b8cd4366" /><Relationship Type="http://schemas.openxmlformats.org/officeDocument/2006/relationships/slide" Target="/ppt/slides/slide12.xml" Id="R251158fb4d18455d" /><Relationship Type="http://schemas.openxmlformats.org/officeDocument/2006/relationships/slide" Target="/ppt/slides/slide13.xml" Id="R535bf58fdcda4592" /><Relationship Type="http://schemas.openxmlformats.org/officeDocument/2006/relationships/slide" Target="/ppt/slides/slide14.xml" Id="R7b757262a0b6401b" /><Relationship Type="http://schemas.openxmlformats.org/officeDocument/2006/relationships/slide" Target="/ppt/slides/slide15.xml" Id="Rfa996d09eb7d4229" /><Relationship Type="http://schemas.openxmlformats.org/officeDocument/2006/relationships/slide" Target="/ppt/slides/slide16.xml" Id="Rce93abe532374b97" /><Relationship Type="http://schemas.openxmlformats.org/officeDocument/2006/relationships/slide" Target="/ppt/slides/slide17.xml" Id="Rfdd9f466161b47c3" /><Relationship Type="http://schemas.openxmlformats.org/officeDocument/2006/relationships/slide" Target="/ppt/slides/slide18.xml" Id="R318131d81f014b26" /><Relationship Type="http://schemas.openxmlformats.org/officeDocument/2006/relationships/slide" Target="/ppt/slides/slide19.xml" Id="R2ce8d4674eeb4645" /><Relationship Type="http://schemas.openxmlformats.org/officeDocument/2006/relationships/slide" Target="/ppt/slides/slide20.xml" Id="Racd6368aca3f49a2" /><Relationship Type="http://schemas.openxmlformats.org/officeDocument/2006/relationships/slide" Target="/ppt/slides/slide21.xml" Id="R6910ec0b23c94352" /><Relationship Type="http://schemas.openxmlformats.org/officeDocument/2006/relationships/slide" Target="/ppt/slides/slide22.xml" Id="Ra05f315bc52c4386" /><Relationship Type="http://schemas.openxmlformats.org/officeDocument/2006/relationships/slide" Target="/ppt/slides/slide23.xml" Id="R5d1e0dc03a99462a" /><Relationship Type="http://schemas.openxmlformats.org/officeDocument/2006/relationships/slide" Target="/ppt/slides/slide24.xml" Id="Ra616351a23794111" /><Relationship Type="http://schemas.openxmlformats.org/officeDocument/2006/relationships/slide" Target="/ppt/slides/slide25.xml" Id="R9aadc8220494446b" /><Relationship Type="http://schemas.openxmlformats.org/officeDocument/2006/relationships/slide" Target="/ppt/slides/slide26.xml" Id="R537191a39e284dd2" /><Relationship Type="http://schemas.openxmlformats.org/officeDocument/2006/relationships/slide" Target="/ppt/slides/slide27.xml" Id="R437704d8f91344e0" /><Relationship Type="http://schemas.openxmlformats.org/officeDocument/2006/relationships/slide" Target="/ppt/slides/slide28.xml" Id="R60ef77ff9da645b5" /><Relationship Type="http://schemas.openxmlformats.org/officeDocument/2006/relationships/slide" Target="/ppt/slides/slide29.xml" Id="Rc1db1a8760ca4e49" /><Relationship Type="http://schemas.openxmlformats.org/officeDocument/2006/relationships/slide" Target="/ppt/slides/slide30.xml" Id="R9a0d6268d3414583" /><Relationship Type="http://schemas.openxmlformats.org/officeDocument/2006/relationships/slide" Target="/ppt/slides/slide31.xml" Id="Raf25622e4448451b" /><Relationship Type="http://schemas.openxmlformats.org/officeDocument/2006/relationships/slide" Target="/ppt/slides/slide32.xml" Id="R78283bc19c794a91" /><Relationship Type="http://schemas.openxmlformats.org/officeDocument/2006/relationships/slide" Target="/ppt/slides/slide33.xml" Id="R0103e54a938b430a" /><Relationship Type="http://schemas.openxmlformats.org/officeDocument/2006/relationships/slide" Target="/ppt/slides/slide34.xml" Id="Rdc5337746ca0431a" /><Relationship Type="http://schemas.openxmlformats.org/officeDocument/2006/relationships/slide" Target="/ppt/slides/slide35.xml" Id="R415605eb6a96497a" /><Relationship Type="http://schemas.openxmlformats.org/officeDocument/2006/relationships/slide" Target="/ppt/slides/slide36.xml" Id="R51135952776e4c8d" /><Relationship Type="http://schemas.openxmlformats.org/officeDocument/2006/relationships/slide" Target="/ppt/slides/slide37.xml" Id="R059170fb0e6b4d40" /><Relationship Type="http://schemas.openxmlformats.org/officeDocument/2006/relationships/slide" Target="/ppt/slides/slide38.xml" Id="R08ed655e1a504b4d" /><Relationship Type="http://schemas.openxmlformats.org/officeDocument/2006/relationships/slide" Target="/ppt/slides/slide39.xml" Id="R9db094a6cfb94a5f" /><Relationship Type="http://schemas.openxmlformats.org/officeDocument/2006/relationships/slide" Target="/ppt/slides/slide40.xml" Id="R7a0310bbbcc746b2" /><Relationship Type="http://schemas.openxmlformats.org/officeDocument/2006/relationships/slide" Target="/ppt/slides/slide41.xml" Id="R80a43dc4cd774e48" /><Relationship Type="http://schemas.openxmlformats.org/officeDocument/2006/relationships/slide" Target="/ppt/slides/slide42.xml" Id="R15b6fe5d3b2845f6" /><Relationship Type="http://schemas.openxmlformats.org/officeDocument/2006/relationships/slide" Target="/ppt/slides/slide43.xml" Id="R2c7e579be0514eef" /><Relationship Type="http://schemas.openxmlformats.org/officeDocument/2006/relationships/slide" Target="/ppt/slides/slide44.xml" Id="R3a4c964574f249bd" /><Relationship Type="http://schemas.openxmlformats.org/officeDocument/2006/relationships/slide" Target="/ppt/slides/slide45.xml" Id="R7d6ffd2654e34e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a9e3566b442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6658ac3f49422b" /><Relationship Type="http://schemas.openxmlformats.org/officeDocument/2006/relationships/notesMaster" Target="/ppt/notesMasters/notesMaster1.xml" Id="R1370b591b44841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8380f56ac149fc" /><Relationship Type="http://schemas.openxmlformats.org/officeDocument/2006/relationships/notesMaster" Target="/ppt/notesMasters/notesMaster1.xml" Id="R65a555939bfb4f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39cbf4e3304df2" /><Relationship Type="http://schemas.openxmlformats.org/officeDocument/2006/relationships/notesMaster" Target="/ppt/notesMasters/notesMaster1.xml" Id="R9282c66cba5a46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6d4cce854c4050" /><Relationship Type="http://schemas.openxmlformats.org/officeDocument/2006/relationships/notesMaster" Target="/ppt/notesMasters/notesMaster1.xml" Id="R9e62cd72e51c42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7563a8b01143f5" /><Relationship Type="http://schemas.openxmlformats.org/officeDocument/2006/relationships/notesMaster" Target="/ppt/notesMasters/notesMaster1.xml" Id="R585fd94161aa4a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e1b62243db4896" /><Relationship Type="http://schemas.openxmlformats.org/officeDocument/2006/relationships/notesMaster" Target="/ppt/notesMasters/notesMaster1.xml" Id="R6c18e770dd934c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a81f6f7a6f484b" /><Relationship Type="http://schemas.openxmlformats.org/officeDocument/2006/relationships/notesMaster" Target="/ppt/notesMasters/notesMaster1.xml" Id="R34f8448cf5a147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5d479107274f4e" /><Relationship Type="http://schemas.openxmlformats.org/officeDocument/2006/relationships/notesMaster" Target="/ppt/notesMasters/notesMaster1.xml" Id="Rf888805eacb24e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719568afe5421e" /><Relationship Type="http://schemas.openxmlformats.org/officeDocument/2006/relationships/notesMaster" Target="/ppt/notesMasters/notesMaster1.xml" Id="R788e6be48efc4d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3872448a4748b9" /><Relationship Type="http://schemas.openxmlformats.org/officeDocument/2006/relationships/notesMaster" Target="/ppt/notesMasters/notesMaster1.xml" Id="R9fee11b42fb440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f666d75bdc48b1" /><Relationship Type="http://schemas.openxmlformats.org/officeDocument/2006/relationships/notesMaster" Target="/ppt/notesMasters/notesMaster1.xml" Id="R39e40d4b296448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7ac89665244610" /><Relationship Type="http://schemas.openxmlformats.org/officeDocument/2006/relationships/notesMaster" Target="/ppt/notesMasters/notesMaster1.xml" Id="R19a1a292466243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191b34a8914f63" /><Relationship Type="http://schemas.openxmlformats.org/officeDocument/2006/relationships/notesMaster" Target="/ppt/notesMasters/notesMaster1.xml" Id="Ra042e9795bea41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79fdde33de4315" /><Relationship Type="http://schemas.openxmlformats.org/officeDocument/2006/relationships/notesMaster" Target="/ppt/notesMasters/notesMaster1.xml" Id="R59d48d83a91845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dd63da12794b9b" /><Relationship Type="http://schemas.openxmlformats.org/officeDocument/2006/relationships/notesMaster" Target="/ppt/notesMasters/notesMaster1.xml" Id="R778e128fe16d4a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ae96533cb74dc7" /><Relationship Type="http://schemas.openxmlformats.org/officeDocument/2006/relationships/notesMaster" Target="/ppt/notesMasters/notesMaster1.xml" Id="Re44ccf3f4a2a49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cb86af161d4b2f" /><Relationship Type="http://schemas.openxmlformats.org/officeDocument/2006/relationships/notesMaster" Target="/ppt/notesMasters/notesMaster1.xml" Id="Rd236c1fd30d34b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44786ab3384c6e" /><Relationship Type="http://schemas.openxmlformats.org/officeDocument/2006/relationships/notesMaster" Target="/ppt/notesMasters/notesMaster1.xml" Id="R04206ce1748940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bb8e24eb434a82" /><Relationship Type="http://schemas.openxmlformats.org/officeDocument/2006/relationships/notesMaster" Target="/ppt/notesMasters/notesMaster1.xml" Id="R8584e199e8c946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ec2b2546ed458e" /><Relationship Type="http://schemas.openxmlformats.org/officeDocument/2006/relationships/notesMaster" Target="/ppt/notesMasters/notesMaster1.xml" Id="R11b7a1eb05ad48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7769adce3942ae" /><Relationship Type="http://schemas.openxmlformats.org/officeDocument/2006/relationships/notesMaster" Target="/ppt/notesMasters/notesMaster1.xml" Id="R44c7ee6406814d6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ef72c3d2b849b6" /><Relationship Type="http://schemas.openxmlformats.org/officeDocument/2006/relationships/notesMaster" Target="/ppt/notesMasters/notesMaster1.xml" Id="Rf0c7a833c07d4c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ccc17ab16d642b7" /><Relationship Type="http://schemas.openxmlformats.org/officeDocument/2006/relationships/notesMaster" Target="/ppt/notesMasters/notesMaster1.xml" Id="R90b0828db0e145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ca3b0bb5fdf4abd" /><Relationship Type="http://schemas.openxmlformats.org/officeDocument/2006/relationships/notesMaster" Target="/ppt/notesMasters/notesMaster1.xml" Id="R17da7817d87240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df9a35453824c8b" /><Relationship Type="http://schemas.openxmlformats.org/officeDocument/2006/relationships/notesMaster" Target="/ppt/notesMasters/notesMaster1.xml" Id="R7b8ab667dd97482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62ef8e1b1d144a2" /><Relationship Type="http://schemas.openxmlformats.org/officeDocument/2006/relationships/notesMaster" Target="/ppt/notesMasters/notesMaster1.xml" Id="R2c104c51a31f48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77462a0d8e47be" /><Relationship Type="http://schemas.openxmlformats.org/officeDocument/2006/relationships/notesMaster" Target="/ppt/notesMasters/notesMaster1.xml" Id="R79058770d321410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1fabbb554a4bf9" /><Relationship Type="http://schemas.openxmlformats.org/officeDocument/2006/relationships/notesMaster" Target="/ppt/notesMasters/notesMaster1.xml" Id="R9f74f23a68d74c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51d2aff9b9f4518" /><Relationship Type="http://schemas.openxmlformats.org/officeDocument/2006/relationships/notesMaster" Target="/ppt/notesMasters/notesMaster1.xml" Id="R6dc8913776b5436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c6ae0eca88341e6" /><Relationship Type="http://schemas.openxmlformats.org/officeDocument/2006/relationships/notesMaster" Target="/ppt/notesMasters/notesMaster1.xml" Id="Rc76ace9564084b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8cd9f147f864d42" /><Relationship Type="http://schemas.openxmlformats.org/officeDocument/2006/relationships/notesMaster" Target="/ppt/notesMasters/notesMaster1.xml" Id="R682845025dcc42d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245bf199f8545ad" /><Relationship Type="http://schemas.openxmlformats.org/officeDocument/2006/relationships/notesMaster" Target="/ppt/notesMasters/notesMaster1.xml" Id="R260f458a1f6c4f0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17ace1d4a8445d5" /><Relationship Type="http://schemas.openxmlformats.org/officeDocument/2006/relationships/notesMaster" Target="/ppt/notesMasters/notesMaster1.xml" Id="R981821a101ad4d7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2cb7fa8c26f4e5e" /><Relationship Type="http://schemas.openxmlformats.org/officeDocument/2006/relationships/notesMaster" Target="/ppt/notesMasters/notesMaster1.xml" Id="Rc3e0f5b8b20d461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11007f2ec3346de" /><Relationship Type="http://schemas.openxmlformats.org/officeDocument/2006/relationships/notesMaster" Target="/ppt/notesMasters/notesMaster1.xml" Id="Rc76f70e97128426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9b482c29ad64a32" /><Relationship Type="http://schemas.openxmlformats.org/officeDocument/2006/relationships/notesMaster" Target="/ppt/notesMasters/notesMaster1.xml" Id="R1fe55de0ef314d0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e94472155f485b" /><Relationship Type="http://schemas.openxmlformats.org/officeDocument/2006/relationships/notesMaster" Target="/ppt/notesMasters/notesMaster1.xml" Id="Ra5b84f103c2a4e2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cbaabe2b1cb4fd0" /><Relationship Type="http://schemas.openxmlformats.org/officeDocument/2006/relationships/notesMaster" Target="/ppt/notesMasters/notesMaster1.xml" Id="R090878bbb88e4e3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15bcab4b7dd491a" /><Relationship Type="http://schemas.openxmlformats.org/officeDocument/2006/relationships/notesMaster" Target="/ppt/notesMasters/notesMaster1.xml" Id="Rf6f7c4039a8843b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a754b89cceb493c" /><Relationship Type="http://schemas.openxmlformats.org/officeDocument/2006/relationships/notesMaster" Target="/ppt/notesMasters/notesMaster1.xml" Id="Rba82947c7dc5467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d82a1830a1d4b1d" /><Relationship Type="http://schemas.openxmlformats.org/officeDocument/2006/relationships/notesMaster" Target="/ppt/notesMasters/notesMaster1.xml" Id="Re414452afef3443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1dda49fd9b442a1" /><Relationship Type="http://schemas.openxmlformats.org/officeDocument/2006/relationships/notesMaster" Target="/ppt/notesMasters/notesMaster1.xml" Id="R1ee118a1c3eb4a7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05dbd8f49ab469f" /><Relationship Type="http://schemas.openxmlformats.org/officeDocument/2006/relationships/notesMaster" Target="/ppt/notesMasters/notesMaster1.xml" Id="Rf47d20c0658141c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5590d2d3de041c9" /><Relationship Type="http://schemas.openxmlformats.org/officeDocument/2006/relationships/notesMaster" Target="/ppt/notesMasters/notesMaster1.xml" Id="Rdfa5189d724b4ff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401738b04474c88" /><Relationship Type="http://schemas.openxmlformats.org/officeDocument/2006/relationships/notesMaster" Target="/ppt/notesMasters/notesMaster1.xml" Id="R55b4d393198142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/Users/liroymelamed/Documents/Codex/2026-10-05/new-chat-2/outputs/calendar-release-20261012/browser-final-v3/mobile-day.jpg.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/Users/liroymelamed/Documents/Codex/2026-10-05/new-chat-2/outputs/calendar-release-20261012/browser-final-v3/mobile-day.jpg.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/Users/liroymelamed/Documents/Codex/2026-10-05/new-chat-2/outputs/calendar-release-20261012/browser-final-v3/desktop-week.jpg.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/Users/liroymelamed/Documents/Codex/2026-10-05/new-chat-2/outputs/calendar-release-20261012/browser-final-v3/mobile-week.jpg.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/Users/liroymelamed/Documents/Codex/2026-10-05/new-chat-2/outputs/calendar-release-20261012/browser-final-v3/desktop-month.jpg.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/Users/liroymelamed/Documents/Codex/2026-10-05/new-chat-2/outputs/calendar-release-20261012/browser-final-v3/mobile-month.jpg.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/Users/liroymelamed/Documents/Codex/2026-10-05/new-chat-2/outputs/calendar-release-20261012/guide/screens/home-widget.jpg.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/Users/liroymelamed/Documents/Codex/2026-10-05/new-chat-2/outputs/calendar-release-20261012/guide/screens/filters.jpg.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/Users/liroymelamed/Documents/Codex/2026-10-05/new-chat-2/outputs/calendar-release-20261012/browser-final-v3/desktop-day.jpg.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/Users/liroymelamed/Documents/Codex/2026-10-05/new-chat-2/outputs/calendar-release-20261012/guide/screens/new-event-top.jpg.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/Users/liroymelamed/Documents/Codex/2026-10-05/new-chat-2/outputs/calendar-release-20261012/guide/screens/edit-event-top.jpg.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/Users/liroymelamed/Documents/Codex/2026-10-05/new-chat-2/outputs/calendar-release-20261012/guide/screens/new-event-top.jpg.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/Users/liroymelamed/Documents/Codex/2026-10-05/new-chat-2/outputs/calendar-release-20261012/guide/screens/participants-actions.jpg.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/Users/liroymelamed/Documents/Codex/2026-10-05/new-chat-2/outputs/calendar-release-20261012/guide/screens/participants-actions.jpg.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/Users/liroymelamed/Documents/Codex/2026-10-05/new-chat-2/outputs/calendar-release-20261012/guide/screens/participants-actions.jpg.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/Users/liroymelamed/Documents/Codex/2026-10-05/new-chat-2/outputs/calendar-release-20261012/guide/screens/edit-event-top.jpg.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/Users/liroymelamed/Documents/Codex/2026-10-05/new-chat-2/outputs/calendar-release-20261012/guide/screens/event-actions.jpg.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/Users/liroymelamed/Documents/Codex/2026-10-05/new-chat-2/outputs/calendar-release-20261012/guide/screens/reminders-with-clients.jpg.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/Users/liroymelamed/Documents/Codex/2026-10-05/new-chat-2/outputs/calendar-release-20261012/guide/screens/reminders-with-clients.jpg.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/Users/liroymelamed/Documents/Codex/2026-10-05/new-chat-2/outputs/calendar-release-20261012/guide/screens/sms-preview.jpg.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/Users/liroymelamed/Documents/Codex/2026-10-05/new-chat-2/outputs/calendar-release-20261012/guide/screens/sms-editor.jpg.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/Users/liroymelamed/Documents/Codex/2026-10-05/new-chat-2/outputs/calendar-release-20261012/guide/screens/sms-preview.jpg.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/Users/liroymelamed/Documents/Codex/2026-10-05/new-chat-2/outputs/calendar-release-20261012/guide/screens/rsvp.jpg.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/Users/liroymelamed/Documents/Codex/2026-10-05/new-chat-2/outputs/calendar-release-20261012/guide/screens/edit-event-top.jpg.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/Users/liroymelamed/Documents/Codex/2026-10-05/new-chat-2/outputs/calendar-release-20261012/guide/screens/event-actions.jpg.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/Users/liroymelamed/Documents/Codex/2026-10-05/new-chat-2/outputs/calendar-release-20261012/guide/screens/time-grid.jpg.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/Users/liroymelamed/Documents/Codex/2026-10-05/new-chat-2/outputs/calendar-release-20261012/guide/screens/sync-top.jpg.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/Users/liroymelamed/Documents/Codex/2026-10-05/new-chat-2/outputs/calendar-release-20261012/guide/screens/sync-top.jpg.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/Users/liroymelamed/Documents/Codex/2026-10-05/new-chat-2/outputs/calendar-release-20261012/guide/screens/external-sync.jpg.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/Users/liroymelamed/Documents/Codex/2026-10-05/new-chat-2/outputs/calendar-release-20261012/guide/screens/sync-top.jpg.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מדריך היומן של MelaMedia. הצילום מתעד רכיבי מוצר בפועל עם נתונים בדויים בלבד, ללא משלוח אמיתי. מקור המילים והפעולות: CalendarScreen, EventFormModal, CalendarSmsTemplateEditor, PersonalSyncModal ו-eventReminders בגרסה הנבדקת. צילום/חיתוך: אין צילום בעמוד 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fd83e90bf4d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de4d6f6e24c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a17502ef141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734eee16c46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c5b1b289241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b1cadd05948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9DB51B-0B3F-4476-BB69-DADBB550B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28EE57-3E5C-46C4-98D0-0959AB96CA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7A3BE4-71ED-4300-BEBA-5AB7C017A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5E5670-AF79-4472-8C0C-A8DE41C04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2AC926-0E14-408B-BD31-FE008773B1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76C6E5-1D87-491F-A0B3-4FC8DBA53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1E9C05-9D8B-479F-9B38-5D667EEDF1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797FB6-1DAE-48C6-B855-61B4EE4641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E34DD-97F6-4F13-AF6E-5B91AF760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53BD43-904A-4DEE-8A5D-A7C09F55C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2adc986c9a44f8" /><Relationship Type="http://schemas.openxmlformats.org/officeDocument/2006/relationships/slideLayout" Target="/ppt/slideLayouts/slideLayout1.xml" Id="R303c208ef48845c5" /><Relationship Type="http://schemas.openxmlformats.org/officeDocument/2006/relationships/slideLayout" Target="/ppt/slideLayouts/slideLayout2.xml" Id="Rb2096a52e5dd443b" /><Relationship Type="http://schemas.openxmlformats.org/officeDocument/2006/relationships/slideLayout" Target="/ppt/slideLayouts/slideLayout3.xml" Id="Rf6246a3662cd4b13" /><Relationship Type="http://schemas.openxmlformats.org/officeDocument/2006/relationships/slideLayout" Target="/ppt/slideLayouts/slideLayout4.xml" Id="R9daad66cd4144e8f" /><Relationship Type="http://schemas.openxmlformats.org/officeDocument/2006/relationships/slideLayout" Target="/ppt/slideLayouts/slideLayout5.xml" Id="Racbeb732a9f2454d" /><Relationship Type="http://schemas.openxmlformats.org/officeDocument/2006/relationships/slideLayout" Target="/ppt/slideLayouts/slideLayout6.xml" Id="R5e1a7806a71648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3c208ef48845c5"/>
    <p:sldLayoutId xmlns:r="http://schemas.openxmlformats.org/officeDocument/2006/relationships" id="2147483650" r:id="Rb2096a52e5dd443b"/>
    <p:sldLayoutId xmlns:r="http://schemas.openxmlformats.org/officeDocument/2006/relationships" id="2147483651" r:id="Rf6246a3662cd4b13"/>
    <p:sldLayoutId xmlns:r="http://schemas.openxmlformats.org/officeDocument/2006/relationships" id="2147483652" r:id="R9daad66cd4144e8f"/>
    <p:sldLayoutId xmlns:r="http://schemas.openxmlformats.org/officeDocument/2006/relationships" id="2147483653" r:id="Racbeb732a9f2454d"/>
    <p:sldLayoutId xmlns:r="http://schemas.openxmlformats.org/officeDocument/2006/relationships" id="2147483654" r:id="R5e1a7806a71648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ecadfd7d8f4647"/><Relationship Type="http://schemas.openxmlformats.org/officeDocument/2006/relationships/image" Target="/ppt/media/image.png" Id="Rce6269757c994151"/><Relationship Type="http://schemas.openxmlformats.org/officeDocument/2006/relationships/slide" Target="slide2.xml" Id="R3a8ac0ace6cb421c"/><Relationship Type="http://schemas.openxmlformats.org/officeDocument/2006/relationships/notesSlide" Target="/ppt/notesSlides/notesSlide1.xml" Id="Rdad929af25354ea7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5e65aad6d10496f"/><Relationship Type="http://schemas.openxmlformats.org/officeDocument/2006/relationships/slide" Target="slide3.xml" Id="Rb9340b4941ec477b"/><Relationship Type="http://schemas.openxmlformats.org/officeDocument/2006/relationships/slide" Target="slide3.xml" Id="R9bad73ff990346b4"/><Relationship Type="http://schemas.openxmlformats.org/officeDocument/2006/relationships/slide" Target="slide12.xml" Id="R1b47051d9c8b4a5b"/><Relationship Type="http://schemas.openxmlformats.org/officeDocument/2006/relationships/slide" Target="slide12.xml" Id="R2056b223af4d490d"/><Relationship Type="http://schemas.openxmlformats.org/officeDocument/2006/relationships/slide" Target="slide14.xml" Id="R5bac7fde787642bb"/><Relationship Type="http://schemas.openxmlformats.org/officeDocument/2006/relationships/slide" Target="slide14.xml" Id="Rfc1209122e9a46ff"/><Relationship Type="http://schemas.openxmlformats.org/officeDocument/2006/relationships/slide" Target="slide22.xml" Id="R7c47952b637348f4"/><Relationship Type="http://schemas.openxmlformats.org/officeDocument/2006/relationships/slide" Target="slide22.xml" Id="Re11a0c906ccb4fff"/><Relationship Type="http://schemas.openxmlformats.org/officeDocument/2006/relationships/slide" Target="slide27.xml" Id="R2d9a11f5e12e4fcc"/><Relationship Type="http://schemas.openxmlformats.org/officeDocument/2006/relationships/slide" Target="slide27.xml" Id="Rc02ebac645434541"/><Relationship Type="http://schemas.openxmlformats.org/officeDocument/2006/relationships/slide" Target="slide31.xml" Id="Rb92884efbb6d44ee"/><Relationship Type="http://schemas.openxmlformats.org/officeDocument/2006/relationships/slide" Target="slide31.xml" Id="Rea59fc6e5e0a469d"/><Relationship Type="http://schemas.openxmlformats.org/officeDocument/2006/relationships/slide" Target="slide37.xml" Id="R2d39ce852cc148bf"/><Relationship Type="http://schemas.openxmlformats.org/officeDocument/2006/relationships/slide" Target="slide37.xml" Id="R7387ed5f5dc14690"/><Relationship Type="http://schemas.openxmlformats.org/officeDocument/2006/relationships/slide" Target="slide42.xml" Id="R4a96923b88f44b5e"/><Relationship Type="http://schemas.openxmlformats.org/officeDocument/2006/relationships/slide" Target="slide42.xml" Id="R260a20ddf17644ac"/><Relationship Type="http://schemas.openxmlformats.org/officeDocument/2006/relationships/slide" Target="slide2.xml" Id="Rc487b69ec4384f40"/><Relationship Type="http://schemas.openxmlformats.org/officeDocument/2006/relationships/notesSlide" Target="/ppt/notesSlides/notesSlide2.xml" Id="R1aa482e3050744c2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bca0fb72144992"/><Relationship Type="http://schemas.openxmlformats.org/officeDocument/2006/relationships/image" Target="/ppt/media/image2.png" Id="Rd41a6e2791634a36"/><Relationship Type="http://schemas.openxmlformats.org/officeDocument/2006/relationships/slide" Target="slide2.xml" Id="Rccb9391eabd14fe8"/><Relationship Type="http://schemas.openxmlformats.org/officeDocument/2006/relationships/notesSlide" Target="/ppt/notesSlides/notesSlide3.xml" Id="R7bc47fdf22c6412c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da48b1eb1b4c8e"/><Relationship Type="http://schemas.openxmlformats.org/officeDocument/2006/relationships/image" Target="/ppt/media/image3.png" Id="Rb1964d4c7a624451"/><Relationship Type="http://schemas.openxmlformats.org/officeDocument/2006/relationships/slide" Target="slide2.xml" Id="Ra34f759cf27d4f65"/><Relationship Type="http://schemas.openxmlformats.org/officeDocument/2006/relationships/notesSlide" Target="/ppt/notesSlides/notesSlide4.xml" Id="R4d4a8d05b3f54265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a3aacb673964872"/><Relationship Type="http://schemas.openxmlformats.org/officeDocument/2006/relationships/image" Target="/ppt/media/image4.png" Id="R7ff786e77ef54cff"/><Relationship Type="http://schemas.openxmlformats.org/officeDocument/2006/relationships/slide" Target="slide2.xml" Id="Rc549347cdfcc42a3"/><Relationship Type="http://schemas.openxmlformats.org/officeDocument/2006/relationships/notesSlide" Target="/ppt/notesSlides/notesSlide5.xml" Id="R5982f6693960425f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adfbeb4eee4fe4"/><Relationship Type="http://schemas.openxmlformats.org/officeDocument/2006/relationships/image" Target="/ppt/media/image5.png" Id="R99250c3b9bb24ee5"/><Relationship Type="http://schemas.openxmlformats.org/officeDocument/2006/relationships/slide" Target="slide2.xml" Id="R38ff931a689844e5"/><Relationship Type="http://schemas.openxmlformats.org/officeDocument/2006/relationships/notesSlide" Target="/ppt/notesSlides/notesSlide6.xml" Id="R41084b724fab4df5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c99af9b38d44a8c"/><Relationship Type="http://schemas.openxmlformats.org/officeDocument/2006/relationships/image" Target="/ppt/media/image6.png" Id="R8a6732c9cc124568"/><Relationship Type="http://schemas.openxmlformats.org/officeDocument/2006/relationships/slide" Target="slide2.xml" Id="R7311b35434dd4789"/><Relationship Type="http://schemas.openxmlformats.org/officeDocument/2006/relationships/notesSlide" Target="/ppt/notesSlides/notesSlide7.xml" Id="Rb0f01173791b47d2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89a42be22414bd9"/><Relationship Type="http://schemas.openxmlformats.org/officeDocument/2006/relationships/image" Target="/ppt/media/image7.png" Id="Rca7a8b7d9c8f47c7"/><Relationship Type="http://schemas.openxmlformats.org/officeDocument/2006/relationships/slide" Target="slide2.xml" Id="R590b4c62f3d642b8"/><Relationship Type="http://schemas.openxmlformats.org/officeDocument/2006/relationships/notesSlide" Target="/ppt/notesSlides/notesSlide8.xml" Id="R00f8b25626684ba7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317b994b97b4e6d"/><Relationship Type="http://schemas.openxmlformats.org/officeDocument/2006/relationships/image" Target="/ppt/media/image8.png" Id="Rc8d47e59731c4f29"/><Relationship Type="http://schemas.openxmlformats.org/officeDocument/2006/relationships/slide" Target="slide2.xml" Id="Rb2e6401fb60d44d9"/><Relationship Type="http://schemas.openxmlformats.org/officeDocument/2006/relationships/notesSlide" Target="/ppt/notesSlides/notesSlide9.xml" Id="R62e7e8179f0c4f36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e0cf50d56a742c0"/><Relationship Type="http://schemas.openxmlformats.org/officeDocument/2006/relationships/image" Target="/ppt/media/image9.png" Id="R7e3abf4eef1c4f14"/><Relationship Type="http://schemas.openxmlformats.org/officeDocument/2006/relationships/slide" Target="slide2.xml" Id="Re96e37dc4f39492a"/><Relationship Type="http://schemas.openxmlformats.org/officeDocument/2006/relationships/notesSlide" Target="/ppt/notesSlides/notesSlide10.xml" Id="Rf814a3235aef41be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4e9079d99c4766"/><Relationship Type="http://schemas.openxmlformats.org/officeDocument/2006/relationships/image" Target="/ppt/media/image10.png" Id="R71f901da36d048be"/><Relationship Type="http://schemas.openxmlformats.org/officeDocument/2006/relationships/slide" Target="slide2.xml" Id="R9bbe86e7908b4303"/><Relationship Type="http://schemas.openxmlformats.org/officeDocument/2006/relationships/notesSlide" Target="/ppt/notesSlides/notesSlide11.xml" Id="R3bf4b180681947d3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6d608a7a7c447a8"/><Relationship Type="http://schemas.openxmlformats.org/officeDocument/2006/relationships/image" Target="/ppt/media/image11.png" Id="R9e0580b1611d464d"/><Relationship Type="http://schemas.openxmlformats.org/officeDocument/2006/relationships/slide" Target="slide2.xml" Id="R781aeee639cb4e93"/><Relationship Type="http://schemas.openxmlformats.org/officeDocument/2006/relationships/notesSlide" Target="/ppt/notesSlides/notesSlide12.xml" Id="Re96aba69dc43491d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7756898596467a"/><Relationship Type="http://schemas.openxmlformats.org/officeDocument/2006/relationships/image" Target="/ppt/media/image12.png" Id="R5d476165c008423a"/><Relationship Type="http://schemas.openxmlformats.org/officeDocument/2006/relationships/slide" Target="slide2.xml" Id="Rb8d483c6d37c4f0e"/><Relationship Type="http://schemas.openxmlformats.org/officeDocument/2006/relationships/notesSlide" Target="/ppt/notesSlides/notesSlide13.xml" Id="R07c693b84ba74642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022a97076914b64"/><Relationship Type="http://schemas.openxmlformats.org/officeDocument/2006/relationships/image" Target="/ppt/media/image13.png" Id="Ree27e0e2fa9141bd"/><Relationship Type="http://schemas.openxmlformats.org/officeDocument/2006/relationships/slide" Target="slide2.xml" Id="R9544ec045f3c400a"/><Relationship Type="http://schemas.openxmlformats.org/officeDocument/2006/relationships/notesSlide" Target="/ppt/notesSlides/notesSlide14.xml" Id="R8b424563fbe14cd6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fc79fdde90d443e"/><Relationship Type="http://schemas.openxmlformats.org/officeDocument/2006/relationships/image" Target="/ppt/media/image14.png" Id="R8ae219c85c864dff"/><Relationship Type="http://schemas.openxmlformats.org/officeDocument/2006/relationships/slide" Target="slide2.xml" Id="R3270201f721248c0"/><Relationship Type="http://schemas.openxmlformats.org/officeDocument/2006/relationships/notesSlide" Target="/ppt/notesSlides/notesSlide15.xml" Id="Rf744374f9967494a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d108fcc04b4776"/><Relationship Type="http://schemas.openxmlformats.org/officeDocument/2006/relationships/image" Target="/ppt/media/image15.png" Id="R6c27300933d44d24"/><Relationship Type="http://schemas.openxmlformats.org/officeDocument/2006/relationships/slide" Target="slide2.xml" Id="Rd8f01b2962e64cc8"/><Relationship Type="http://schemas.openxmlformats.org/officeDocument/2006/relationships/notesSlide" Target="/ppt/notesSlides/notesSlide16.xml" Id="R0b1661bb60334c69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6d1f45370684cfd"/><Relationship Type="http://schemas.openxmlformats.org/officeDocument/2006/relationships/image" Target="/ppt/media/image16.png" Id="R517da74745ad43aa"/><Relationship Type="http://schemas.openxmlformats.org/officeDocument/2006/relationships/slide" Target="slide2.xml" Id="Re57943ebc0d74293"/><Relationship Type="http://schemas.openxmlformats.org/officeDocument/2006/relationships/notesSlide" Target="/ppt/notesSlides/notesSlide17.xml" Id="R6d451731eabc4403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15fe6ffd5a4e3e"/><Relationship Type="http://schemas.openxmlformats.org/officeDocument/2006/relationships/image" Target="/ppt/media/image17.png" Id="R8e71c62bf2734482"/><Relationship Type="http://schemas.openxmlformats.org/officeDocument/2006/relationships/slide" Target="slide2.xml" Id="Ra9ca3a682e904e1c"/><Relationship Type="http://schemas.openxmlformats.org/officeDocument/2006/relationships/notesSlide" Target="/ppt/notesSlides/notesSlide18.xml" Id="R53f82bfb97914ea6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bb1587b6a6c41af"/><Relationship Type="http://schemas.openxmlformats.org/officeDocument/2006/relationships/image" Target="/ppt/media/image18.png" Id="Rccc03f24464d43df"/><Relationship Type="http://schemas.openxmlformats.org/officeDocument/2006/relationships/slide" Target="slide2.xml" Id="R8a797df95ead4bc9"/><Relationship Type="http://schemas.openxmlformats.org/officeDocument/2006/relationships/notesSlide" Target="/ppt/notesSlides/notesSlide19.xml" Id="Ra6cb626c470e450c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ad9bf52ecf4b1d"/><Relationship Type="http://schemas.openxmlformats.org/officeDocument/2006/relationships/image" Target="/ppt/media/image19.png" Id="Ra05f383942fb42e6"/><Relationship Type="http://schemas.openxmlformats.org/officeDocument/2006/relationships/slide" Target="slide2.xml" Id="R2104d7e8f2b44172"/><Relationship Type="http://schemas.openxmlformats.org/officeDocument/2006/relationships/notesSlide" Target="/ppt/notesSlides/notesSlide20.xml" Id="R3cbf5d4e1be74825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eb76db1aef845d5"/><Relationship Type="http://schemas.openxmlformats.org/officeDocument/2006/relationships/image" Target="/ppt/media/image20.png" Id="R4b2c404dee164e9c"/><Relationship Type="http://schemas.openxmlformats.org/officeDocument/2006/relationships/slide" Target="slide2.xml" Id="R6f69aa4fccab43f7"/><Relationship Type="http://schemas.openxmlformats.org/officeDocument/2006/relationships/notesSlide" Target="/ppt/notesSlides/notesSlide21.xml" Id="R02aef6b1e9da4bc3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20ca4d302b439d"/><Relationship Type="http://schemas.openxmlformats.org/officeDocument/2006/relationships/image" Target="/ppt/media/image21.png" Id="R0092b890a40e4b4e"/><Relationship Type="http://schemas.openxmlformats.org/officeDocument/2006/relationships/slide" Target="slide2.xml" Id="Ra774c6479d584074"/><Relationship Type="http://schemas.openxmlformats.org/officeDocument/2006/relationships/notesSlide" Target="/ppt/notesSlides/notesSlide22.xml" Id="R215ea365743144b0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d17f4c461a4b7a"/><Relationship Type="http://schemas.openxmlformats.org/officeDocument/2006/relationships/image" Target="/ppt/media/image22.png" Id="R2be911ab65c94aba"/><Relationship Type="http://schemas.openxmlformats.org/officeDocument/2006/relationships/slide" Target="slide2.xml" Id="R61b7e5c118784395"/><Relationship Type="http://schemas.openxmlformats.org/officeDocument/2006/relationships/notesSlide" Target="/ppt/notesSlides/notesSlide23.xml" Id="R951690848d774d3a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f79ebee6ab74d42"/><Relationship Type="http://schemas.openxmlformats.org/officeDocument/2006/relationships/image" Target="/ppt/media/image23.png" Id="R17d504813937451e"/><Relationship Type="http://schemas.openxmlformats.org/officeDocument/2006/relationships/slide" Target="slide2.xml" Id="R3c544bdcb855400c"/><Relationship Type="http://schemas.openxmlformats.org/officeDocument/2006/relationships/notesSlide" Target="/ppt/notesSlides/notesSlide24.xml" Id="R259d89036ae7472d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74e5b8bb3d5408c"/><Relationship Type="http://schemas.openxmlformats.org/officeDocument/2006/relationships/image" Target="/ppt/media/image24.png" Id="R4c21325b83e24d12"/><Relationship Type="http://schemas.openxmlformats.org/officeDocument/2006/relationships/slide" Target="slide2.xml" Id="R31505dee6d2a4742"/><Relationship Type="http://schemas.openxmlformats.org/officeDocument/2006/relationships/notesSlide" Target="/ppt/notesSlides/notesSlide25.xml" Id="Rdfd920bb9c644028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e026927700b455b"/><Relationship Type="http://schemas.openxmlformats.org/officeDocument/2006/relationships/image" Target="/ppt/media/image25.png" Id="Rf40098b96c2f4d01"/><Relationship Type="http://schemas.openxmlformats.org/officeDocument/2006/relationships/slide" Target="slide2.xml" Id="R0b013a49354743ef"/><Relationship Type="http://schemas.openxmlformats.org/officeDocument/2006/relationships/notesSlide" Target="/ppt/notesSlides/notesSlide26.xml" Id="R36e82000687746d5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87f61d3d4a4f18"/><Relationship Type="http://schemas.openxmlformats.org/officeDocument/2006/relationships/image" Target="/ppt/media/image26.png" Id="R9b60ace99a7d4472"/><Relationship Type="http://schemas.openxmlformats.org/officeDocument/2006/relationships/slide" Target="slide2.xml" Id="R0bdc8d641baf4c7f"/><Relationship Type="http://schemas.openxmlformats.org/officeDocument/2006/relationships/notesSlide" Target="/ppt/notesSlides/notesSlide27.xml" Id="R17f91d4ed5a4468c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8506ddc40fe4078"/><Relationship Type="http://schemas.openxmlformats.org/officeDocument/2006/relationships/image" Target="/ppt/media/image27.png" Id="Ra564cb4167434ad4"/><Relationship Type="http://schemas.openxmlformats.org/officeDocument/2006/relationships/slide" Target="slide2.xml" Id="Rdf6e5a40d0564a68"/><Relationship Type="http://schemas.openxmlformats.org/officeDocument/2006/relationships/notesSlide" Target="/ppt/notesSlides/notesSlide28.xml" Id="R4f99e0a2f6f74779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e4e448ad934f42"/><Relationship Type="http://schemas.openxmlformats.org/officeDocument/2006/relationships/image" Target="/ppt/media/image28.png" Id="Re8e7873a32cc4c4a"/><Relationship Type="http://schemas.openxmlformats.org/officeDocument/2006/relationships/slide" Target="slide2.xml" Id="Rf8dec21455ef4d8b"/><Relationship Type="http://schemas.openxmlformats.org/officeDocument/2006/relationships/notesSlide" Target="/ppt/notesSlides/notesSlide29.xml" Id="Rfed5d41ec5a44715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eb68408382e4d81"/><Relationship Type="http://schemas.openxmlformats.org/officeDocument/2006/relationships/image" Target="/ppt/media/image29.png" Id="R5148f426c38a4ad6"/><Relationship Type="http://schemas.openxmlformats.org/officeDocument/2006/relationships/slide" Target="slide2.xml" Id="R4da2d5a8b3504876"/><Relationship Type="http://schemas.openxmlformats.org/officeDocument/2006/relationships/notesSlide" Target="/ppt/notesSlides/notesSlide30.xml" Id="R9a4acf30b1694dbf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a56a02ab0241a0"/><Relationship Type="http://schemas.openxmlformats.org/officeDocument/2006/relationships/image" Target="/ppt/media/image30.png" Id="R0bdc7bf1fa5c4b50"/><Relationship Type="http://schemas.openxmlformats.org/officeDocument/2006/relationships/slide" Target="slide2.xml" Id="Ra34a5b3ceea74053"/><Relationship Type="http://schemas.openxmlformats.org/officeDocument/2006/relationships/notesSlide" Target="/ppt/notesSlides/notesSlide31.xml" Id="R0841a8cfb3014963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c9adc319254333"/><Relationship Type="http://schemas.openxmlformats.org/officeDocument/2006/relationships/image" Target="/ppt/media/image31.png" Id="R852d34411c5b4124"/><Relationship Type="http://schemas.openxmlformats.org/officeDocument/2006/relationships/slide" Target="slide2.xml" Id="R1ffd9d67cfa948dd"/><Relationship Type="http://schemas.openxmlformats.org/officeDocument/2006/relationships/notesSlide" Target="/ppt/notesSlides/notesSlide32.xml" Id="R5fee037f5dda47a2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b7d2c8bdb854c72"/><Relationship Type="http://schemas.openxmlformats.org/officeDocument/2006/relationships/image" Target="/ppt/media/image32.png" Id="Rd00f9759ec5a4105"/><Relationship Type="http://schemas.openxmlformats.org/officeDocument/2006/relationships/slide" Target="slide2.xml" Id="Rf590efdce1534996"/><Relationship Type="http://schemas.openxmlformats.org/officeDocument/2006/relationships/notesSlide" Target="/ppt/notesSlides/notesSlide33.xml" Id="R3e2be6e3797d49b6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6624cf0f5447c9"/><Relationship Type="http://schemas.openxmlformats.org/officeDocument/2006/relationships/image" Target="/ppt/media/image33.png" Id="R8ea1463b73da4089"/><Relationship Type="http://schemas.openxmlformats.org/officeDocument/2006/relationships/slide" Target="slide2.xml" Id="Rf582be7ddf2b41f4"/><Relationship Type="http://schemas.openxmlformats.org/officeDocument/2006/relationships/notesSlide" Target="/ppt/notesSlides/notesSlide34.xml" Id="R7c7d0f2331284720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f565a62761a420f"/><Relationship Type="http://schemas.openxmlformats.org/officeDocument/2006/relationships/slide" Target="slide2.xml" Id="R5b956729e72046e6"/><Relationship Type="http://schemas.openxmlformats.org/officeDocument/2006/relationships/notesSlide" Target="/ppt/notesSlides/notesSlide35.xml" Id="R7383e1a42ca74192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011aa91bb6f437f"/><Relationship Type="http://schemas.openxmlformats.org/officeDocument/2006/relationships/slide" Target="slide2.xml" Id="R24276a7e581f405b"/><Relationship Type="http://schemas.openxmlformats.org/officeDocument/2006/relationships/notesSlide" Target="/ppt/notesSlides/notesSlide36.xml" Id="R4c1dbacfc5924f1c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9fec8e8e70b4814"/><Relationship Type="http://schemas.openxmlformats.org/officeDocument/2006/relationships/slide" Target="slide2.xml" Id="R4c2691ceb3634ae3"/><Relationship Type="http://schemas.openxmlformats.org/officeDocument/2006/relationships/notesSlide" Target="/ppt/notesSlides/notesSlide37.xml" Id="Rea90a3380afe4bc1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2fe526bb5b24f61"/><Relationship Type="http://schemas.openxmlformats.org/officeDocument/2006/relationships/slide" Target="slide2.xml" Id="R1533e3f59f65499d"/><Relationship Type="http://schemas.openxmlformats.org/officeDocument/2006/relationships/notesSlide" Target="/ppt/notesSlides/notesSlide38.xml" Id="R919211e0e27f4621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31e3ce7745540e9"/><Relationship Type="http://schemas.openxmlformats.org/officeDocument/2006/relationships/slide" Target="slide2.xml" Id="Rd1060d1ea6ae4370"/><Relationship Type="http://schemas.openxmlformats.org/officeDocument/2006/relationships/notesSlide" Target="/ppt/notesSlides/notesSlide39.xml" Id="R9b08cdd1ad2b41d8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ae5dfc5a154388"/><Relationship Type="http://schemas.openxmlformats.org/officeDocument/2006/relationships/slide" Target="slide2.xml" Id="Re3af5216f12b4bc6"/><Relationship Type="http://schemas.openxmlformats.org/officeDocument/2006/relationships/notesSlide" Target="/ppt/notesSlides/notesSlide40.xml" Id="R86c4b6f2c09849ee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e40e53917194105"/><Relationship Type="http://schemas.openxmlformats.org/officeDocument/2006/relationships/slide" Target="slide2.xml" Id="Rb7d5e9fe5a9f4c4d"/><Relationship Type="http://schemas.openxmlformats.org/officeDocument/2006/relationships/notesSlide" Target="/ppt/notesSlides/notesSlide41.xml" Id="Rf530fb2c72284743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57ade2d95e44eec"/><Relationship Type="http://schemas.openxmlformats.org/officeDocument/2006/relationships/slide" Target="slide2.xml" Id="R5dc2ae641fd64313"/><Relationship Type="http://schemas.openxmlformats.org/officeDocument/2006/relationships/notesSlide" Target="/ppt/notesSlides/notesSlide42.xml" Id="R24e1072bb2ef4ee7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618f62b5db9483b"/><Relationship Type="http://schemas.openxmlformats.org/officeDocument/2006/relationships/slide" Target="slide2.xml" Id="Ra1f165eee9d24be2"/><Relationship Type="http://schemas.openxmlformats.org/officeDocument/2006/relationships/notesSlide" Target="/ppt/notesSlides/notesSlide43.xml" Id="R20f1825ca37141c6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1ce79d7128342b7"/><Relationship Type="http://schemas.openxmlformats.org/officeDocument/2006/relationships/slide" Target="slide2.xml" Id="R271bb1b068d3460d"/><Relationship Type="http://schemas.openxmlformats.org/officeDocument/2006/relationships/notesSlide" Target="/ppt/notesSlides/notesSlide44.xml" Id="R848143f468674da0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f657ae2d21438c"/><Relationship Type="http://schemas.openxmlformats.org/officeDocument/2006/relationships/slide" Target="slide2.xml" Id="Rc1b78fdc44e74604"/><Relationship Type="http://schemas.openxmlformats.org/officeDocument/2006/relationships/notesSlide" Target="/ppt/notesSlides/notesSlide45.xml" Id="R7be99a1a86024bb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A43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75C1C-559D-40AA-A897-102A3C0BF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269757c994151"/>
          <a:stretch xmlns:a="http://schemas.openxmlformats.org/drawingml/2006/main"/>
        </p:blipFill>
        <p:spPr>
          <a:xfrm xmlns:a="http://schemas.openxmlformats.org/drawingml/2006/main">
            <a:off x="10325100" y="2857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" name="native-text-0">
            <a:extLst xmlns:a="http://schemas.openxmlformats.org/drawingml/2006/main">
              <a:ext uri="{FF2B5EF4-FFF2-40B4-BE49-F238E27FC236}">
                <a16:creationId xmlns:a16="http://schemas.microsoft.com/office/drawing/2014/main" id="{68CE6ECD-6F72-4D6F-B65D-1D653B9A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700" b="1" lang="en-US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MelaMedia</a:t>
            </a:r>
          </a:p>
        </p:txBody>
      </p:sp>
      <p:sp>
        <p:nvSpPr>
          <p:cNvPr id="3" name="native-text-1">
            <a:extLst xmlns:a="http://schemas.openxmlformats.org/drawingml/2006/main">
              <a:ext uri="{FF2B5EF4-FFF2-40B4-BE49-F238E27FC236}">
                <a16:creationId xmlns:a16="http://schemas.microsoft.com/office/drawing/2014/main" id="{3E9546EC-ED29-47F1-8B51-8A24A265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5100" b="1" lang="he-IL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‫היומן החדש‬</a:t>
            </a:r>
          </a:p>
        </p:txBody>
      </p:sp>
      <p:sp>
        <p:nvSpPr>
          <p:cNvPr id="4" name="native-text-2">
            <a:extLst xmlns:a="http://schemas.openxmlformats.org/drawingml/2006/main">
              <a:ext uri="{FF2B5EF4-FFF2-40B4-BE49-F238E27FC236}">
                <a16:creationId xmlns:a16="http://schemas.microsoft.com/office/drawing/2014/main" id="{F7DE5260-2B20-481D-BB7E-649C887A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000" b="0" lang="he-IL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‫מדריך שימוש מצולם‬</a:t>
            </a:r>
          </a:p>
        </p:txBody>
      </p:sp>
      <p:sp>
        <p:nvSpPr>
          <p:cNvPr id="5" name="native-text-3">
            <a:extLst xmlns:a="http://schemas.openxmlformats.org/drawingml/2006/main">
              <a:ext uri="{FF2B5EF4-FFF2-40B4-BE49-F238E27FC236}">
                <a16:creationId xmlns:a16="http://schemas.microsoft.com/office/drawing/2014/main" id="{5A68AB74-51DC-4448-A696-9D5CE2A0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4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400" b="0" lang="he-IL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2400" b="0" lang="he-IL">
                <a:solidFill>
                  <a:srgbClr val="DCE7F5"/>
                </a:solidFill>
                <a:latin typeface="Arial"/>
                <a:ea typeface="Arial"/>
                <a:cs typeface="Arial"/>
              </a:rPr>
              <a:t>‫יום, שבוע וחודש במחשב ובטלפון‬</a:t>
            </a:r>
          </a:p>
        </p:txBody>
      </p:sp>
      <p:sp>
        <p:nvSpPr>
          <p:cNvPr id="6" name="native-text-4">
            <a:extLst xmlns:a="http://schemas.openxmlformats.org/drawingml/2006/main">
              <a:ext uri="{FF2B5EF4-FFF2-40B4-BE49-F238E27FC236}">
                <a16:creationId xmlns:a16="http://schemas.microsoft.com/office/drawing/2014/main" id="{399A7F98-2719-47E9-817D-3D4B695C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575" b="0" lang="he-IL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575" b="0" lang="he-IL">
                <a:solidFill>
                  <a:srgbClr val="DCE7F5"/>
                </a:solidFill>
                <a:latin typeface="Arial"/>
                <a:ea typeface="Arial"/>
                <a:cs typeface="Arial"/>
              </a:rPr>
              <a:t>‫צילומי ההדרכה כוללים אנשים ואירועים בדויים בלבד‬</a:t>
            </a:r>
          </a:p>
        </p:txBody>
      </p:sp>
      <p:sp>
        <p:nvSpPr>
          <p:cNvPr id="7" name="native-text-5">
            <a:extLst xmlns:a="http://schemas.openxmlformats.org/drawingml/2006/main">
              <a:ext uri="{FF2B5EF4-FFF2-40B4-BE49-F238E27FC236}">
                <a16:creationId xmlns:a16="http://schemas.microsoft.com/office/drawing/2014/main" id="{81C5C878-D58C-40F7-BF7A-1151C1BD85AE}"/>
              </a:ext>
            </a:extLst>
            <a:hlinkClick xmlns:r="http://schemas.openxmlformats.org/officeDocument/2006/relationships" xmlns:a="http://schemas.openxmlformats.org/drawingml/2006/main" r:id="R3a8ac0ace6cb421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245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‫פתיחת 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036516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native-text-6">
            <a:extLst xmlns:a="http://schemas.openxmlformats.org/drawingml/2006/main">
              <a:ext uri="{FF2B5EF4-FFF2-40B4-BE49-F238E27FC236}">
                <a16:creationId xmlns:a16="http://schemas.microsoft.com/office/drawing/2014/main" id="{50B2E88B-A943-493B-BD11-3410F385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  <p:sp>
        <p:nvSpPr>
          <p:cNvPr id="2" name="native-text-7">
            <a:extLst xmlns:a="http://schemas.openxmlformats.org/drawingml/2006/main">
              <a:ext uri="{FF2B5EF4-FFF2-40B4-BE49-F238E27FC236}">
                <a16:creationId xmlns:a16="http://schemas.microsoft.com/office/drawing/2014/main" id="{78E47591-B84B-45DA-8006-BDFEF085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‫בחרו נושא. בכל עמוד אפשר לחזור לתוכן העניינים.‬</a:t>
            </a:r>
          </a:p>
        </p:txBody>
      </p:sp>
      <p:sp>
        <p:nvSpPr>
          <p:cNvPr id="3" name="native-text-8">
            <a:extLst xmlns:a="http://schemas.openxmlformats.org/drawingml/2006/main">
              <a:ext uri="{FF2B5EF4-FFF2-40B4-BE49-F238E27FC236}">
                <a16:creationId xmlns:a16="http://schemas.microsoft.com/office/drawing/2014/main" id="{46AD0E3F-B68E-42E2-B031-22E605616E81}"/>
              </a:ext>
            </a:extLst>
            <a:hlinkClick xmlns:r="http://schemas.openxmlformats.org/officeDocument/2006/relationships" xmlns:a="http://schemas.openxmlformats.org/drawingml/2006/main" r:id="Rb9340b4941ec477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89547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native-text-9">
            <a:extLst xmlns:a="http://schemas.openxmlformats.org/drawingml/2006/main">
              <a:ext uri="{FF2B5EF4-FFF2-40B4-BE49-F238E27FC236}">
                <a16:creationId xmlns:a16="http://schemas.microsoft.com/office/drawing/2014/main" id="{458C2DA0-5E07-4725-A86F-E85EB558E1A5}"/>
              </a:ext>
            </a:extLst>
            <a:hlinkClick xmlns:r="http://schemas.openxmlformats.org/officeDocument/2006/relationships" xmlns:a="http://schemas.openxmlformats.org/drawingml/2006/main" r:id="R9bad73ff990346b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954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‫יום, שבוע וחודש‬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913E9-AB0E-4855-B80E-FA6818C5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76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6" name="native-text-10">
            <a:extLst xmlns:a="http://schemas.openxmlformats.org/drawingml/2006/main">
              <a:ext uri="{FF2B5EF4-FFF2-40B4-BE49-F238E27FC236}">
                <a16:creationId xmlns:a16="http://schemas.microsoft.com/office/drawing/2014/main" id="{D19E8949-4A4A-4FE2-AE89-F9FFCA695FE8}"/>
              </a:ext>
            </a:extLst>
            <a:hlinkClick xmlns:r="http://schemas.openxmlformats.org/officeDocument/2006/relationships" xmlns:a="http://schemas.openxmlformats.org/drawingml/2006/main" r:id="R1b47051d9c8b4a5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051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native-text-11">
            <a:extLst xmlns:a="http://schemas.openxmlformats.org/drawingml/2006/main">
              <a:ext uri="{FF2B5EF4-FFF2-40B4-BE49-F238E27FC236}">
                <a16:creationId xmlns:a16="http://schemas.microsoft.com/office/drawing/2014/main" id="{8E08C05A-A0B0-4ED9-8BA5-67AFC1F76F72}"/>
              </a:ext>
            </a:extLst>
            <a:hlinkClick xmlns:r="http://schemas.openxmlformats.org/officeDocument/2006/relationships" xmlns:a="http://schemas.openxmlformats.org/drawingml/2006/main" r:id="R2056b223af4d490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‫חיפוש ומנהלים‬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C29FD-DACF-42F8-84FE-4C8D4CBE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861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9" name="native-text-12">
            <a:extLst xmlns:a="http://schemas.openxmlformats.org/drawingml/2006/main">
              <a:ext uri="{FF2B5EF4-FFF2-40B4-BE49-F238E27FC236}">
                <a16:creationId xmlns:a16="http://schemas.microsoft.com/office/drawing/2014/main" id="{47BB902A-0B81-4F0A-AEFC-06236DA3D7CA}"/>
              </a:ext>
            </a:extLst>
            <a:hlinkClick xmlns:r="http://schemas.openxmlformats.org/officeDocument/2006/relationships" xmlns:a="http://schemas.openxmlformats.org/drawingml/2006/main" r:id="R5bac7fde787642b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91477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native-text-13">
            <a:extLst xmlns:a="http://schemas.openxmlformats.org/drawingml/2006/main">
              <a:ext uri="{FF2B5EF4-FFF2-40B4-BE49-F238E27FC236}">
                <a16:creationId xmlns:a16="http://schemas.microsoft.com/office/drawing/2014/main" id="{9DD2AAF6-8C8C-4706-B551-DB75E76E3DA1}"/>
              </a:ext>
            </a:extLst>
            <a:hlinkClick xmlns:r="http://schemas.openxmlformats.org/officeDocument/2006/relationships" xmlns:a="http://schemas.openxmlformats.org/drawingml/2006/main" r:id="Rfc1209122e9a46f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147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‫הוספת אירוע ומשתתפים‬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0A6EC-D5B6-4DF5-AAD4-3C48F164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958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4">
            <a:extLst xmlns:a="http://schemas.openxmlformats.org/drawingml/2006/main">
              <a:ext uri="{FF2B5EF4-FFF2-40B4-BE49-F238E27FC236}">
                <a16:creationId xmlns:a16="http://schemas.microsoft.com/office/drawing/2014/main" id="{C4361DF5-4700-459A-92C2-BD3CB4402DF8}"/>
              </a:ext>
            </a:extLst>
            <a:hlinkClick xmlns:r="http://schemas.openxmlformats.org/officeDocument/2006/relationships" xmlns:a="http://schemas.openxmlformats.org/drawingml/2006/main" r:id="R7c47952b637348f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9244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native-text-15">
            <a:extLst xmlns:a="http://schemas.openxmlformats.org/drawingml/2006/main">
              <a:ext uri="{FF2B5EF4-FFF2-40B4-BE49-F238E27FC236}">
                <a16:creationId xmlns:a16="http://schemas.microsoft.com/office/drawing/2014/main" id="{BC4CB753-0D8E-4B20-9E1E-AFCF29105BC3}"/>
              </a:ext>
            </a:extLst>
            <a:hlinkClick xmlns:r="http://schemas.openxmlformats.org/officeDocument/2006/relationships" xmlns:a="http://schemas.openxmlformats.org/drawingml/2006/main" r:id="Re11a0c906ccb4ff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244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‫תזכורות ועריכת הודעות‬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9DE99-3700-489E-AEA2-15972B25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054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5" name="native-text-16">
            <a:extLst xmlns:a="http://schemas.openxmlformats.org/drawingml/2006/main">
              <a:ext uri="{FF2B5EF4-FFF2-40B4-BE49-F238E27FC236}">
                <a16:creationId xmlns:a16="http://schemas.microsoft.com/office/drawing/2014/main" id="{B16C4687-B6FB-4D65-8F4A-E989501B6E58}"/>
              </a:ext>
            </a:extLst>
            <a:hlinkClick xmlns:r="http://schemas.openxmlformats.org/officeDocument/2006/relationships" xmlns:a="http://schemas.openxmlformats.org/drawingml/2006/main" r:id="R2d9a11f5e12e4fc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9547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native-text-17">
            <a:extLst xmlns:a="http://schemas.openxmlformats.org/drawingml/2006/main">
              <a:ext uri="{FF2B5EF4-FFF2-40B4-BE49-F238E27FC236}">
                <a16:creationId xmlns:a16="http://schemas.microsoft.com/office/drawing/2014/main" id="{7C86CFB5-F976-466F-8A52-D94798852238}"/>
              </a:ext>
            </a:extLst>
            <a:hlinkClick xmlns:r="http://schemas.openxmlformats.org/officeDocument/2006/relationships" xmlns:a="http://schemas.openxmlformats.org/drawingml/2006/main" r:id="Rc02ebac64543454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‫עדכון אירוע ואישורי הגעה‬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7C4A5-EC92-4C02-8F9E-A3E9AEFA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8" name="native-text-18">
            <a:extLst xmlns:a="http://schemas.openxmlformats.org/drawingml/2006/main">
              <a:ext uri="{FF2B5EF4-FFF2-40B4-BE49-F238E27FC236}">
                <a16:creationId xmlns:a16="http://schemas.microsoft.com/office/drawing/2014/main" id="{C29E051D-45D4-4719-AF3F-17700CC92114}"/>
              </a:ext>
            </a:extLst>
            <a:hlinkClick xmlns:r="http://schemas.openxmlformats.org/officeDocument/2006/relationships" xmlns:a="http://schemas.openxmlformats.org/drawingml/2006/main" r:id="Rb92884efbb6d44e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051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native-text-19">
            <a:extLst xmlns:a="http://schemas.openxmlformats.org/drawingml/2006/main">
              <a:ext uri="{FF2B5EF4-FFF2-40B4-BE49-F238E27FC236}">
                <a16:creationId xmlns:a16="http://schemas.microsoft.com/office/drawing/2014/main" id="{F578FFD1-798E-400A-BC9F-8E95D6660C65}"/>
              </a:ext>
            </a:extLst>
            <a:hlinkClick xmlns:r="http://schemas.openxmlformats.org/officeDocument/2006/relationships" xmlns:a="http://schemas.openxmlformats.org/drawingml/2006/main" r:id="Rea59fc6e5e0a469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‫סנכרון אישי וסיכום יומי‬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2D9BE-147E-4F22-8007-6B7AD94A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1" name="native-text-20">
            <a:extLst xmlns:a="http://schemas.openxmlformats.org/drawingml/2006/main">
              <a:ext uri="{FF2B5EF4-FFF2-40B4-BE49-F238E27FC236}">
                <a16:creationId xmlns:a16="http://schemas.microsoft.com/office/drawing/2014/main" id="{7B12623D-7814-44C5-8937-972EB12AF709}"/>
              </a:ext>
            </a:extLst>
            <a:hlinkClick xmlns:r="http://schemas.openxmlformats.org/officeDocument/2006/relationships" xmlns:a="http://schemas.openxmlformats.org/drawingml/2006/main" r:id="R2d39ce852cc148b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1477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" name="native-text-21">
            <a:extLst xmlns:a="http://schemas.openxmlformats.org/drawingml/2006/main">
              <a:ext uri="{FF2B5EF4-FFF2-40B4-BE49-F238E27FC236}">
                <a16:creationId xmlns:a16="http://schemas.microsoft.com/office/drawing/2014/main" id="{0C6C63C8-8706-4ECC-AD83-7C40B4F76283}"/>
              </a:ext>
            </a:extLst>
            <a:hlinkClick xmlns:r="http://schemas.openxmlformats.org/officeDocument/2006/relationships" xmlns:a="http://schemas.openxmlformats.org/drawingml/2006/main" r:id="R7387ed5f5dc1469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כפתורים‬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A0A28-B597-492C-B0D6-162753D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4" name="native-text-22">
            <a:extLst xmlns:a="http://schemas.openxmlformats.org/drawingml/2006/main">
              <a:ext uri="{FF2B5EF4-FFF2-40B4-BE49-F238E27FC236}">
                <a16:creationId xmlns:a16="http://schemas.microsoft.com/office/drawing/2014/main" id="{B2C2CD0B-20B3-40B2-89BD-37D91F340BF2}"/>
              </a:ext>
            </a:extLst>
            <a:hlinkClick xmlns:r="http://schemas.openxmlformats.org/officeDocument/2006/relationships" xmlns:a="http://schemas.openxmlformats.org/drawingml/2006/main" r:id="R4a96923b88f44b5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24425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0">
              <a:buNone/>
              <a:def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en-US">
                <a:solidFill>
                  <a:srgbClr val="2A436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5" name="native-text-23">
            <a:extLst xmlns:a="http://schemas.openxmlformats.org/drawingml/2006/main">
              <a:ext uri="{FF2B5EF4-FFF2-40B4-BE49-F238E27FC236}">
                <a16:creationId xmlns:a16="http://schemas.microsoft.com/office/drawing/2014/main" id="{7B6BAB0E-FA45-4A51-99CB-4EA426BA529A}"/>
              </a:ext>
            </a:extLst>
            <a:hlinkClick xmlns:r="http://schemas.openxmlformats.org/officeDocument/2006/relationships" xmlns:a="http://schemas.openxmlformats.org/drawingml/2006/main" r:id="R260a20ddf17644a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2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‫תקלות ודוגמה מלאה‬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70647-D98E-4A92-B87D-60CC97A2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92F73D-CF3C-40B1-91DD-1F54D363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8" name="native-text-24">
            <a:extLst xmlns:a="http://schemas.openxmlformats.org/drawingml/2006/main">
              <a:ext uri="{FF2B5EF4-FFF2-40B4-BE49-F238E27FC236}">
                <a16:creationId xmlns:a16="http://schemas.microsoft.com/office/drawing/2014/main" id="{1D93EC17-3D6D-442F-B0B2-3D49A9B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02</a:t>
            </a:r>
          </a:p>
        </p:txBody>
      </p:sp>
      <p:sp>
        <p:nvSpPr>
          <p:cNvPr id="29" name="native-text-25">
            <a:extLst xmlns:a="http://schemas.openxmlformats.org/drawingml/2006/main">
              <a:ext uri="{FF2B5EF4-FFF2-40B4-BE49-F238E27FC236}">
                <a16:creationId xmlns:a16="http://schemas.microsoft.com/office/drawing/2014/main" id="{F0701907-F2D3-4A96-B836-1F7B9C83B01E}"/>
              </a:ext>
            </a:extLst>
            <a:hlinkClick xmlns:r="http://schemas.openxmlformats.org/officeDocument/2006/relationships" xmlns:a="http://schemas.openxmlformats.org/drawingml/2006/main" r:id="Rc487b69ec4384f4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84388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6">
            <a:extLst xmlns:a="http://schemas.openxmlformats.org/drawingml/2006/main">
              <a:ext uri="{FF2B5EF4-FFF2-40B4-BE49-F238E27FC236}">
                <a16:creationId xmlns:a16="http://schemas.microsoft.com/office/drawing/2014/main" id="{7989FF2A-0DE9-4211-BC2A-A8E26229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‫פתיחת היומן‬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9B4BC-DF16-49C0-A0D6-161E4B765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a6e2791634a36"/>
          <a:stretch xmlns:a="http://schemas.openxmlformats.org/drawingml/2006/main"/>
        </p:blipFill>
        <p:spPr>
          <a:xfrm xmlns:a="http://schemas.openxmlformats.org/drawingml/2006/main">
            <a:off x="2444472" y="1276350"/>
            <a:ext cx="21214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7">
            <a:extLst xmlns:a="http://schemas.openxmlformats.org/drawingml/2006/main">
              <a:ext uri="{FF2B5EF4-FFF2-40B4-BE49-F238E27FC236}">
                <a16:creationId xmlns:a16="http://schemas.microsoft.com/office/drawing/2014/main" id="{935542B8-67FB-4A33-8C05-37EBBCB0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8">
            <a:extLst xmlns:a="http://schemas.openxmlformats.org/drawingml/2006/main">
              <a:ext uri="{FF2B5EF4-FFF2-40B4-BE49-F238E27FC236}">
                <a16:creationId xmlns:a16="http://schemas.microsoft.com/office/drawing/2014/main" id="{51BED0CA-95B3-461A-88CE-5E4E99E6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‫כניסה‬</a:t>
            </a:r>
          </a:p>
        </p:txBody>
      </p:sp>
      <p:sp>
        <p:nvSpPr>
          <p:cNvPr id="5" name="native-text-29">
            <a:extLst xmlns:a="http://schemas.openxmlformats.org/drawingml/2006/main">
              <a:ext uri="{FF2B5EF4-FFF2-40B4-BE49-F238E27FC236}">
                <a16:creationId xmlns:a16="http://schemas.microsoft.com/office/drawing/2014/main" id="{6B6D2CC7-E431-4FDD-8738-E7C39008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9269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את ״יומן״ מתוך תפריט המערכת. באפליקציה משתמשים באותו יומן ובאותן הרשאות.‬</a:t>
            </a:r>
          </a:p>
        </p:txBody>
      </p:sp>
      <p:sp>
        <p:nvSpPr>
          <p:cNvPr id="6" name="native-text-30">
            <a:extLst xmlns:a="http://schemas.openxmlformats.org/drawingml/2006/main">
              <a:ext uri="{FF2B5EF4-FFF2-40B4-BE49-F238E27FC236}">
                <a16:creationId xmlns:a16="http://schemas.microsoft.com/office/drawing/2014/main" id="{D06E59C3-4122-4F35-844F-39A047C7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55094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היקף‬</a:t>
            </a:r>
          </a:p>
        </p:txBody>
      </p:sp>
      <p:sp>
        <p:nvSpPr>
          <p:cNvPr id="7" name="native-text-31">
            <a:extLst xmlns:a="http://schemas.openxmlformats.org/drawingml/2006/main">
              <a:ext uri="{FF2B5EF4-FFF2-40B4-BE49-F238E27FC236}">
                <a16:creationId xmlns:a16="http://schemas.microsoft.com/office/drawing/2014/main" id="{8AD4F007-D5E8-4D8E-B66B-007CCC4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3238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‫״היומן שלי״ מציג את היומן האישי. ״יומן המשרד״ זמין למי שמורשה לראות אותו.‬</a:t>
            </a:r>
          </a:p>
        </p:txBody>
      </p:sp>
      <p:sp>
        <p:nvSpPr>
          <p:cNvPr id="8" name="native-text-32">
            <a:extLst xmlns:a="http://schemas.openxmlformats.org/drawingml/2006/main">
              <a:ext uri="{FF2B5EF4-FFF2-40B4-BE49-F238E27FC236}">
                <a16:creationId xmlns:a16="http://schemas.microsoft.com/office/drawing/2014/main" id="{3F34438B-6EEB-4996-991F-7BF4736F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9063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תצוגה‬</a:t>
            </a:r>
          </a:p>
        </p:txBody>
      </p:sp>
      <p:sp>
        <p:nvSpPr>
          <p:cNvPr id="9" name="native-text-33">
            <a:extLst xmlns:a="http://schemas.openxmlformats.org/drawingml/2006/main">
              <a:ext uri="{FF2B5EF4-FFF2-40B4-BE49-F238E27FC236}">
                <a16:creationId xmlns:a16="http://schemas.microsoft.com/office/drawing/2014/main" id="{DD575EAB-4921-44C3-9AE4-199306BC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7206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‫יום מתאים לטיפול בפגישות היום; שבוע לתכנון השבוע; חודש למבט על החודש.‬</a:t>
            </a:r>
          </a:p>
        </p:txBody>
      </p:sp>
      <p:sp>
        <p:nvSpPr>
          <p:cNvPr id="10" name="native-text-34">
            <a:extLst xmlns:a="http://schemas.openxmlformats.org/drawingml/2006/main">
              <a:ext uri="{FF2B5EF4-FFF2-40B4-BE49-F238E27FC236}">
                <a16:creationId xmlns:a16="http://schemas.microsoft.com/office/drawing/2014/main" id="{BC28FE43-1D16-47FE-BC8D-DEFA08B8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‫בחירת תצוגה משנה את אופן ההצגה. האירועים נשמרים באותו יומן.‬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61693-63AC-4126-873F-D44FD52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5">
            <a:extLst xmlns:a="http://schemas.openxmlformats.org/drawingml/2006/main">
              <a:ext uri="{FF2B5EF4-FFF2-40B4-BE49-F238E27FC236}">
                <a16:creationId xmlns:a16="http://schemas.microsoft.com/office/drawing/2014/main" id="{4748A1B8-16F5-4D2E-A95E-2B951B56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03</a:t>
            </a:r>
          </a:p>
        </p:txBody>
      </p:sp>
      <p:sp>
        <p:nvSpPr>
          <p:cNvPr id="13" name="native-text-36">
            <a:extLst xmlns:a="http://schemas.openxmlformats.org/drawingml/2006/main">
              <a:ext uri="{FF2B5EF4-FFF2-40B4-BE49-F238E27FC236}">
                <a16:creationId xmlns:a16="http://schemas.microsoft.com/office/drawing/2014/main" id="{79D69402-D369-4DD3-90B9-85EA5C8B8C3F}"/>
              </a:ext>
            </a:extLst>
            <a:hlinkClick xmlns:r="http://schemas.openxmlformats.org/officeDocument/2006/relationships" xmlns:a="http://schemas.openxmlformats.org/drawingml/2006/main" r:id="Rccb9391eabd14fe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441984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7">
            <a:extLst xmlns:a="http://schemas.openxmlformats.org/drawingml/2006/main">
              <a:ext uri="{FF2B5EF4-FFF2-40B4-BE49-F238E27FC236}">
                <a16:creationId xmlns:a16="http://schemas.microsoft.com/office/drawing/2014/main" id="{368CB2FC-5ED7-4193-877E-3F739344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‫יום במחשב‬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DC725-AD89-4893-9F1B-5F0A18851D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64d4c7a624451"/>
          <a:stretch xmlns:a="http://schemas.openxmlformats.org/drawingml/2006/main"/>
        </p:blipFill>
        <p:spPr>
          <a:xfrm xmlns:a="http://schemas.openxmlformats.org/drawingml/2006/main">
            <a:off x="609600" y="1688972"/>
            <a:ext cx="5791200" cy="3765807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8">
            <a:extLst xmlns:a="http://schemas.openxmlformats.org/drawingml/2006/main">
              <a:ext uri="{FF2B5EF4-FFF2-40B4-BE49-F238E27FC236}">
                <a16:creationId xmlns:a16="http://schemas.microsoft.com/office/drawing/2014/main" id="{570217D5-F208-42FB-B639-D339B26E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9">
            <a:extLst xmlns:a="http://schemas.openxmlformats.org/drawingml/2006/main">
              <a:ext uri="{FF2B5EF4-FFF2-40B4-BE49-F238E27FC236}">
                <a16:creationId xmlns:a16="http://schemas.microsoft.com/office/drawing/2014/main" id="{0A64551B-4292-45A5-9AD1-FE5951E8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יום‬</a:t>
            </a:r>
          </a:p>
        </p:txBody>
      </p:sp>
      <p:sp>
        <p:nvSpPr>
          <p:cNvPr id="5" name="native-text-40">
            <a:extLst xmlns:a="http://schemas.openxmlformats.org/drawingml/2006/main">
              <a:ext uri="{FF2B5EF4-FFF2-40B4-BE49-F238E27FC236}">
                <a16:creationId xmlns:a16="http://schemas.microsoft.com/office/drawing/2014/main" id="{96CDB5B0-B469-4580-B2CB-B9F295F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״יום״. ברצועת הימים בוחרים את היום הרצוי.‬</a:t>
            </a:r>
          </a:p>
        </p:txBody>
      </p:sp>
      <p:sp>
        <p:nvSpPr>
          <p:cNvPr id="6" name="native-text-41">
            <a:extLst xmlns:a="http://schemas.openxmlformats.org/drawingml/2006/main">
              <a:ext uri="{FF2B5EF4-FFF2-40B4-BE49-F238E27FC236}">
                <a16:creationId xmlns:a16="http://schemas.microsoft.com/office/drawing/2014/main" id="{3BA184F8-7DA6-4A86-83AE-AE978DDF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‫קריאת הכרטיס‬</a:t>
            </a:r>
          </a:p>
        </p:txBody>
      </p:sp>
      <p:sp>
        <p:nvSpPr>
          <p:cNvPr id="7" name="native-text-42">
            <a:extLst xmlns:a="http://schemas.openxmlformats.org/drawingml/2006/main">
              <a:ext uri="{FF2B5EF4-FFF2-40B4-BE49-F238E27FC236}">
                <a16:creationId xmlns:a16="http://schemas.microsoft.com/office/drawing/2014/main" id="{39AEC6AA-38E8-4107-B247-ACD949A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‫כל אירוע מופיע בנפרד, לצד השעה, שמות המנהלים והמידע שמופיע בכרטיס.‬</a:t>
            </a:r>
          </a:p>
        </p:txBody>
      </p:sp>
      <p:sp>
        <p:nvSpPr>
          <p:cNvPr id="8" name="native-text-43">
            <a:extLst xmlns:a="http://schemas.openxmlformats.org/drawingml/2006/main">
              <a:ext uri="{FF2B5EF4-FFF2-40B4-BE49-F238E27FC236}">
                <a16:creationId xmlns:a16="http://schemas.microsoft.com/office/drawing/2014/main" id="{5DAEBA83-CF67-4EB0-9776-DDEA4FC5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‫פתיחה‬</a:t>
            </a:r>
          </a:p>
        </p:txBody>
      </p:sp>
      <p:sp>
        <p:nvSpPr>
          <p:cNvPr id="9" name="native-text-44">
            <a:extLst xmlns:a="http://schemas.openxmlformats.org/drawingml/2006/main">
              <a:ext uri="{FF2B5EF4-FFF2-40B4-BE49-F238E27FC236}">
                <a16:creationId xmlns:a16="http://schemas.microsoft.com/office/drawing/2014/main" id="{938D694C-3BAF-43E5-B1CB-72FB17E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כרטיס הפגישה כדי לפתוח את טופס האירוע המלא.‬</a:t>
            </a:r>
          </a:p>
        </p:txBody>
      </p:sp>
      <p:sp>
        <p:nvSpPr>
          <p:cNvPr id="10" name="native-text-45">
            <a:extLst xmlns:a="http://schemas.openxmlformats.org/drawingml/2006/main">
              <a:ext uri="{FF2B5EF4-FFF2-40B4-BE49-F238E27FC236}">
                <a16:creationId xmlns:a16="http://schemas.microsoft.com/office/drawing/2014/main" id="{C426DD44-45D4-4869-981C-BA1A0FA3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‫כותרת מקוצרת בכרטיס אינה מוחקת טקסט. הטקסט המלא נשאר בטופס האירוע.‬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FF799-289C-4C2A-B3A6-900E99E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46">
            <a:extLst xmlns:a="http://schemas.openxmlformats.org/drawingml/2006/main">
              <a:ext uri="{FF2B5EF4-FFF2-40B4-BE49-F238E27FC236}">
                <a16:creationId xmlns:a16="http://schemas.microsoft.com/office/drawing/2014/main" id="{AF3F063F-5F3B-4F31-82A2-8FF01146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04</a:t>
            </a:r>
          </a:p>
        </p:txBody>
      </p:sp>
      <p:sp>
        <p:nvSpPr>
          <p:cNvPr id="13" name="native-text-47">
            <a:extLst xmlns:a="http://schemas.openxmlformats.org/drawingml/2006/main">
              <a:ext uri="{FF2B5EF4-FFF2-40B4-BE49-F238E27FC236}">
                <a16:creationId xmlns:a16="http://schemas.microsoft.com/office/drawing/2014/main" id="{FAA3965D-581D-4A7C-A045-1B5ABA4FFDFF}"/>
              </a:ext>
            </a:extLst>
            <a:hlinkClick xmlns:r="http://schemas.openxmlformats.org/officeDocument/2006/relationships" xmlns:a="http://schemas.openxmlformats.org/drawingml/2006/main" r:id="Ra34f759cf27d4f6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393281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48">
            <a:extLst xmlns:a="http://schemas.openxmlformats.org/drawingml/2006/main">
              <a:ext uri="{FF2B5EF4-FFF2-40B4-BE49-F238E27FC236}">
                <a16:creationId xmlns:a16="http://schemas.microsoft.com/office/drawing/2014/main" id="{DD77E7E8-A6D8-43E8-9866-A96D407A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‫יום בטלפון ובאפליקציה‬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E3A03-F2A9-4AAE-8056-2452ED54A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786e77ef54cff"/>
          <a:stretch xmlns:a="http://schemas.openxmlformats.org/drawingml/2006/main"/>
        </p:blipFill>
        <p:spPr>
          <a:xfrm xmlns:a="http://schemas.openxmlformats.org/drawingml/2006/main">
            <a:off x="2444472" y="1276350"/>
            <a:ext cx="21214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49">
            <a:extLst xmlns:a="http://schemas.openxmlformats.org/drawingml/2006/main">
              <a:ext uri="{FF2B5EF4-FFF2-40B4-BE49-F238E27FC236}">
                <a16:creationId xmlns:a16="http://schemas.microsoft.com/office/drawing/2014/main" id="{7C0F0ABE-329B-42DD-B6E3-74905030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50">
            <a:extLst xmlns:a="http://schemas.openxmlformats.org/drawingml/2006/main">
              <a:ext uri="{FF2B5EF4-FFF2-40B4-BE49-F238E27FC236}">
                <a16:creationId xmlns:a16="http://schemas.microsoft.com/office/drawing/2014/main" id="{04CB1132-391F-4053-8A28-92F645E3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היום‬</a:t>
            </a:r>
          </a:p>
        </p:txBody>
      </p:sp>
      <p:sp>
        <p:nvSpPr>
          <p:cNvPr id="5" name="native-text-51">
            <a:extLst xmlns:a="http://schemas.openxmlformats.org/drawingml/2006/main">
              <a:ext uri="{FF2B5EF4-FFF2-40B4-BE49-F238E27FC236}">
                <a16:creationId xmlns:a16="http://schemas.microsoft.com/office/drawing/2014/main" id="{0DD50E3A-E376-40F6-8953-E7779E12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‫ברצועת הימים לוחצים על תאריך. גוללים למטה כדי לראות את כל האירועים שלו.‬</a:t>
            </a:r>
          </a:p>
        </p:txBody>
      </p:sp>
      <p:sp>
        <p:nvSpPr>
          <p:cNvPr id="6" name="native-text-52">
            <a:extLst xmlns:a="http://schemas.openxmlformats.org/drawingml/2006/main">
              <a:ext uri="{FF2B5EF4-FFF2-40B4-BE49-F238E27FC236}">
                <a16:creationId xmlns:a16="http://schemas.microsoft.com/office/drawing/2014/main" id="{B13663EE-849C-483F-B881-837270E4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‫פתיחת פגישה‬</a:t>
            </a:r>
          </a:p>
        </p:txBody>
      </p:sp>
      <p:sp>
        <p:nvSpPr>
          <p:cNvPr id="7" name="native-text-53">
            <a:extLst xmlns:a="http://schemas.openxmlformats.org/drawingml/2006/main">
              <a:ext uri="{FF2B5EF4-FFF2-40B4-BE49-F238E27FC236}">
                <a16:creationId xmlns:a16="http://schemas.microsoft.com/office/drawing/2014/main" id="{CAFD6238-2000-4EB8-ADAC-71349ACE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פעם אחת על הכרטיס. אין צורך בהחזקה כדי לפתוח אותו.‬</a:t>
            </a:r>
          </a:p>
        </p:txBody>
      </p:sp>
      <p:sp>
        <p:nvSpPr>
          <p:cNvPr id="8" name="native-text-54">
            <a:extLst xmlns:a="http://schemas.openxmlformats.org/drawingml/2006/main">
              <a:ext uri="{FF2B5EF4-FFF2-40B4-BE49-F238E27FC236}">
                <a16:creationId xmlns:a16="http://schemas.microsoft.com/office/drawing/2014/main" id="{12B389E1-48E8-485B-A7D5-D0ACAF8A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‫פגישה חדשה‬</a:t>
            </a:r>
          </a:p>
        </p:txBody>
      </p:sp>
      <p:sp>
        <p:nvSpPr>
          <p:cNvPr id="9" name="native-text-55">
            <a:extLst xmlns:a="http://schemas.openxmlformats.org/drawingml/2006/main">
              <a:ext uri="{FF2B5EF4-FFF2-40B4-BE49-F238E27FC236}">
                <a16:creationId xmlns:a16="http://schemas.microsoft.com/office/drawing/2014/main" id="{59FE4F99-AB99-4D3C-A964-4D928BC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הפלוס העגול שבצד שמאל למטה.‬</a:t>
            </a:r>
          </a:p>
        </p:txBody>
      </p:sp>
      <p:sp>
        <p:nvSpPr>
          <p:cNvPr id="10" name="native-text-56">
            <a:extLst xmlns:a="http://schemas.openxmlformats.org/drawingml/2006/main">
              <a:ext uri="{FF2B5EF4-FFF2-40B4-BE49-F238E27FC236}">
                <a16:creationId xmlns:a16="http://schemas.microsoft.com/office/drawing/2014/main" id="{73A1B3C4-0339-4279-9C46-410E4E49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‫הפלוס נמצא מעל אזור הניווט התחתון כדי שאפשר יהיה ללחוץ עליו גם באפליקציה.‬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38F8D-8FE1-4777-BB0F-D44C428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57">
            <a:extLst xmlns:a="http://schemas.openxmlformats.org/drawingml/2006/main">
              <a:ext uri="{FF2B5EF4-FFF2-40B4-BE49-F238E27FC236}">
                <a16:creationId xmlns:a16="http://schemas.microsoft.com/office/drawing/2014/main" id="{61B686F9-C648-4B4A-9DE0-510CE60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05</a:t>
            </a:r>
          </a:p>
        </p:txBody>
      </p:sp>
      <p:sp>
        <p:nvSpPr>
          <p:cNvPr id="13" name="native-text-58">
            <a:extLst xmlns:a="http://schemas.openxmlformats.org/drawingml/2006/main">
              <a:ext uri="{FF2B5EF4-FFF2-40B4-BE49-F238E27FC236}">
                <a16:creationId xmlns:a16="http://schemas.microsoft.com/office/drawing/2014/main" id="{D3630D84-BB24-4E89-8252-A967FA15AB2B}"/>
              </a:ext>
            </a:extLst>
            <a:hlinkClick xmlns:r="http://schemas.openxmlformats.org/officeDocument/2006/relationships" xmlns:a="http://schemas.openxmlformats.org/drawingml/2006/main" r:id="Rc549347cdfcc42a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627448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59">
            <a:extLst xmlns:a="http://schemas.openxmlformats.org/drawingml/2006/main">
              <a:ext uri="{FF2B5EF4-FFF2-40B4-BE49-F238E27FC236}">
                <a16:creationId xmlns:a16="http://schemas.microsoft.com/office/drawing/2014/main" id="{BC7F86B7-2C53-4B19-AA00-B015FE3C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‫שבוע במחשב‬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04B0B-274B-49E9-8374-E787A03DE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50c3b9bb24ee5"/>
          <a:stretch xmlns:a="http://schemas.openxmlformats.org/drawingml/2006/main"/>
        </p:blipFill>
        <p:spPr>
          <a:xfrm xmlns:a="http://schemas.openxmlformats.org/drawingml/2006/main">
            <a:off x="609600" y="1688972"/>
            <a:ext cx="5791200" cy="3765807"/>
          </a:xfrm>
          <a:prstGeom xmlns:a="http://schemas.openxmlformats.org/drawingml/2006/main" prst="rect">
            <a:avLst/>
          </a:prstGeom>
        </p:spPr>
      </p:pic>
      <p:sp>
        <p:nvSpPr>
          <p:cNvPr id="3" name="native-text-60">
            <a:extLst xmlns:a="http://schemas.openxmlformats.org/drawingml/2006/main">
              <a:ext uri="{FF2B5EF4-FFF2-40B4-BE49-F238E27FC236}">
                <a16:creationId xmlns:a16="http://schemas.microsoft.com/office/drawing/2014/main" id="{1E30E532-A0C5-4F6B-B752-A05ADA25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61">
            <a:extLst xmlns:a="http://schemas.openxmlformats.org/drawingml/2006/main">
              <a:ext uri="{FF2B5EF4-FFF2-40B4-BE49-F238E27FC236}">
                <a16:creationId xmlns:a16="http://schemas.microsoft.com/office/drawing/2014/main" id="{EF3668C6-F3EA-4E2F-B8FE-FD306633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‫מבט שבועי‬</a:t>
            </a:r>
          </a:p>
        </p:txBody>
      </p:sp>
      <p:sp>
        <p:nvSpPr>
          <p:cNvPr id="5" name="native-text-62">
            <a:extLst xmlns:a="http://schemas.openxmlformats.org/drawingml/2006/main">
              <a:ext uri="{FF2B5EF4-FFF2-40B4-BE49-F238E27FC236}">
                <a16:creationId xmlns:a16="http://schemas.microsoft.com/office/drawing/2014/main" id="{0DD8588D-EE5B-474A-898F-0B808BAC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״שבוע״. כל עמודה מייצגת יום וציר השעות מציג את זמני הפגישות.‬</a:t>
            </a:r>
          </a:p>
        </p:txBody>
      </p:sp>
      <p:sp>
        <p:nvSpPr>
          <p:cNvPr id="6" name="native-text-63">
            <a:extLst xmlns:a="http://schemas.openxmlformats.org/drawingml/2006/main">
              <a:ext uri="{FF2B5EF4-FFF2-40B4-BE49-F238E27FC236}">
                <a16:creationId xmlns:a16="http://schemas.microsoft.com/office/drawing/2014/main" id="{410ED23E-9F46-41D4-A9B3-3CF3B18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‫פגישות במקביל‬</a:t>
            </a:r>
          </a:p>
        </p:txBody>
      </p:sp>
      <p:sp>
        <p:nvSpPr>
          <p:cNvPr id="7" name="native-text-64">
            <a:extLst xmlns:a="http://schemas.openxmlformats.org/drawingml/2006/main">
              <a:ext uri="{FF2B5EF4-FFF2-40B4-BE49-F238E27FC236}">
                <a16:creationId xmlns:a16="http://schemas.microsoft.com/office/drawing/2014/main" id="{5C31B544-504A-4066-946D-218C2D99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‫שתי פגישות באותה שעה מופיעות בנפרד. תמונות או ראשי תיבות עוזרים לזהות את המנהלים.‬</a:t>
            </a:r>
          </a:p>
        </p:txBody>
      </p:sp>
      <p:sp>
        <p:nvSpPr>
          <p:cNvPr id="8" name="native-text-65">
            <a:extLst xmlns:a="http://schemas.openxmlformats.org/drawingml/2006/main">
              <a:ext uri="{FF2B5EF4-FFF2-40B4-BE49-F238E27FC236}">
                <a16:creationId xmlns:a16="http://schemas.microsoft.com/office/drawing/2014/main" id="{56B0C5F9-BC79-426E-8BB4-C130ACA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‫מידע מלא‬</a:t>
            </a:r>
          </a:p>
        </p:txBody>
      </p:sp>
      <p:sp>
        <p:nvSpPr>
          <p:cNvPr id="9" name="native-text-66">
            <a:extLst xmlns:a="http://schemas.openxmlformats.org/drawingml/2006/main">
              <a:ext uri="{FF2B5EF4-FFF2-40B4-BE49-F238E27FC236}">
                <a16:creationId xmlns:a16="http://schemas.microsoft.com/office/drawing/2014/main" id="{3D8F9950-2691-441A-B1BA-A4B1026C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אירוע בלחיצה. הרשימה של היום הנבחר שמתחת ללוח מציגה כרטיסים ברורים יותר.‬</a:t>
            </a:r>
          </a:p>
        </p:txBody>
      </p:sp>
      <p:sp>
        <p:nvSpPr>
          <p:cNvPr id="10" name="native-text-67">
            <a:extLst xmlns:a="http://schemas.openxmlformats.org/drawingml/2006/main">
              <a:ext uri="{FF2B5EF4-FFF2-40B4-BE49-F238E27FC236}">
                <a16:creationId xmlns:a16="http://schemas.microsoft.com/office/drawing/2014/main" id="{0BDD3F5F-32F6-4D01-B66B-411F3EA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‫הכרטיס ברשת צר יותר. אפשר לקרוא פרטים מלאים בטופס או ברשימת היום.‬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EA535-BBD0-4EC7-835F-CA233DC3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68">
            <a:extLst xmlns:a="http://schemas.openxmlformats.org/drawingml/2006/main">
              <a:ext uri="{FF2B5EF4-FFF2-40B4-BE49-F238E27FC236}">
                <a16:creationId xmlns:a16="http://schemas.microsoft.com/office/drawing/2014/main" id="{231228B0-974D-4CE9-B18B-2228C906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06</a:t>
            </a:r>
          </a:p>
        </p:txBody>
      </p:sp>
      <p:sp>
        <p:nvSpPr>
          <p:cNvPr id="13" name="native-text-69">
            <a:extLst xmlns:a="http://schemas.openxmlformats.org/drawingml/2006/main">
              <a:ext uri="{FF2B5EF4-FFF2-40B4-BE49-F238E27FC236}">
                <a16:creationId xmlns:a16="http://schemas.microsoft.com/office/drawing/2014/main" id="{78612B95-0625-4144-815D-7D70B9259627}"/>
              </a:ext>
            </a:extLst>
            <a:hlinkClick xmlns:r="http://schemas.openxmlformats.org/officeDocument/2006/relationships" xmlns:a="http://schemas.openxmlformats.org/drawingml/2006/main" r:id="R38ff931a689844e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072422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70">
            <a:extLst xmlns:a="http://schemas.openxmlformats.org/drawingml/2006/main">
              <a:ext uri="{FF2B5EF4-FFF2-40B4-BE49-F238E27FC236}">
                <a16:creationId xmlns:a16="http://schemas.microsoft.com/office/drawing/2014/main" id="{1C824006-752E-47D2-8FCC-488DF0C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‫שבוע בטלפון ובאפליקציה‬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97C2E-5CF0-4253-8553-5A9BAE3B28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732c9cc124568"/>
          <a:stretch xmlns:a="http://schemas.openxmlformats.org/drawingml/2006/main"/>
        </p:blipFill>
        <p:spPr>
          <a:xfrm xmlns:a="http://schemas.openxmlformats.org/drawingml/2006/main">
            <a:off x="2444472" y="1276350"/>
            <a:ext cx="21214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71">
            <a:extLst xmlns:a="http://schemas.openxmlformats.org/drawingml/2006/main">
              <a:ext uri="{FF2B5EF4-FFF2-40B4-BE49-F238E27FC236}">
                <a16:creationId xmlns:a16="http://schemas.microsoft.com/office/drawing/2014/main" id="{EDF92D48-AEE1-4D91-85F6-26963A6D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72">
            <a:extLst xmlns:a="http://schemas.openxmlformats.org/drawingml/2006/main">
              <a:ext uri="{FF2B5EF4-FFF2-40B4-BE49-F238E27FC236}">
                <a16:creationId xmlns:a16="http://schemas.microsoft.com/office/drawing/2014/main" id="{67037C06-7E00-42C2-8244-90A0CFE0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‫שבעה ימים‬</a:t>
            </a:r>
          </a:p>
        </p:txBody>
      </p:sp>
      <p:sp>
        <p:nvSpPr>
          <p:cNvPr id="5" name="native-text-73">
            <a:extLst xmlns:a="http://schemas.openxmlformats.org/drawingml/2006/main">
              <a:ext uri="{FF2B5EF4-FFF2-40B4-BE49-F238E27FC236}">
                <a16:creationId xmlns:a16="http://schemas.microsoft.com/office/drawing/2014/main" id="{828E554A-19BD-4862-AF7E-249026E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״שבוע״. מוצגות שבע קבוצות, אחת לכל יום בשבוע.‬</a:t>
            </a:r>
          </a:p>
        </p:txBody>
      </p:sp>
      <p:sp>
        <p:nvSpPr>
          <p:cNvPr id="6" name="native-text-74">
            <a:extLst xmlns:a="http://schemas.openxmlformats.org/drawingml/2006/main">
              <a:ext uri="{FF2B5EF4-FFF2-40B4-BE49-F238E27FC236}">
                <a16:creationId xmlns:a16="http://schemas.microsoft.com/office/drawing/2014/main" id="{E4B9F668-6C6E-4836-B01C-B65D6A1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‫שתי פגישות ראשונות‬</a:t>
            </a:r>
          </a:p>
        </p:txBody>
      </p:sp>
      <p:sp>
        <p:nvSpPr>
          <p:cNvPr id="7" name="native-text-75">
            <a:extLst xmlns:a="http://schemas.openxmlformats.org/drawingml/2006/main">
              <a:ext uri="{FF2B5EF4-FFF2-40B4-BE49-F238E27FC236}">
                <a16:creationId xmlns:a16="http://schemas.microsoft.com/office/drawing/2014/main" id="{7A241475-F2EC-4F09-A8F6-7597A79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‫בכל יום רואים את שני האירועים הראשונים. לחיצה על אירוע פותחת אותו.‬</a:t>
            </a:r>
          </a:p>
        </p:txBody>
      </p:sp>
      <p:sp>
        <p:nvSpPr>
          <p:cNvPr id="8" name="native-text-76">
            <a:extLst xmlns:a="http://schemas.openxmlformats.org/drawingml/2006/main">
              <a:ext uri="{FF2B5EF4-FFF2-40B4-BE49-F238E27FC236}">
                <a16:creationId xmlns:a16="http://schemas.microsoft.com/office/drawing/2014/main" id="{A4394968-3ADF-403C-96AC-457BC954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‫שאר האירועים‬</a:t>
            </a:r>
          </a:p>
        </p:txBody>
      </p:sp>
      <p:sp>
        <p:nvSpPr>
          <p:cNvPr id="9" name="native-text-77">
            <a:extLst xmlns:a="http://schemas.openxmlformats.org/drawingml/2006/main">
              <a:ext uri="{FF2B5EF4-FFF2-40B4-BE49-F238E27FC236}">
                <a16:creationId xmlns:a16="http://schemas.microsoft.com/office/drawing/2014/main" id="{DED472E7-6106-417F-B17F-B79D92FC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‫״עוד אירועים · פתיחת היום״ או כותרת היום פותחים את אותו יום ואת הרשימה המלאה.‬</a:t>
            </a:r>
          </a:p>
        </p:txBody>
      </p:sp>
      <p:sp>
        <p:nvSpPr>
          <p:cNvPr id="10" name="native-text-78">
            <a:extLst xmlns:a="http://schemas.openxmlformats.org/drawingml/2006/main">
              <a:ext uri="{FF2B5EF4-FFF2-40B4-BE49-F238E27FC236}">
                <a16:creationId xmlns:a16="http://schemas.microsoft.com/office/drawing/2014/main" id="{E5B592C0-69AA-4C38-8E6C-E68E461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‫זו סקירה של כל השבוע. תצוגת יום מציגה יום אחד עם כל האירועים שלו.‬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824AA-ED8C-4722-8013-CA54B11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79">
            <a:extLst xmlns:a="http://schemas.openxmlformats.org/drawingml/2006/main">
              <a:ext uri="{FF2B5EF4-FFF2-40B4-BE49-F238E27FC236}">
                <a16:creationId xmlns:a16="http://schemas.microsoft.com/office/drawing/2014/main" id="{F3082BF6-6396-44C3-AC27-06F66553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07</a:t>
            </a:r>
          </a:p>
        </p:txBody>
      </p:sp>
      <p:sp>
        <p:nvSpPr>
          <p:cNvPr id="13" name="native-text-80">
            <a:extLst xmlns:a="http://schemas.openxmlformats.org/drawingml/2006/main">
              <a:ext uri="{FF2B5EF4-FFF2-40B4-BE49-F238E27FC236}">
                <a16:creationId xmlns:a16="http://schemas.microsoft.com/office/drawing/2014/main" id="{CD86E693-2889-4B9C-95C1-A3E09A1A33DC}"/>
              </a:ext>
            </a:extLst>
            <a:hlinkClick xmlns:r="http://schemas.openxmlformats.org/officeDocument/2006/relationships" xmlns:a="http://schemas.openxmlformats.org/drawingml/2006/main" r:id="R7311b35434dd478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965716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81">
            <a:extLst xmlns:a="http://schemas.openxmlformats.org/drawingml/2006/main">
              <a:ext uri="{FF2B5EF4-FFF2-40B4-BE49-F238E27FC236}">
                <a16:creationId xmlns:a16="http://schemas.microsoft.com/office/drawing/2014/main" id="{64F9E713-586E-402E-9B72-8A18FDA9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‫חודש במחשב‬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6CB28-13C2-4178-BCF4-F8DF1C3033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8b7d9c8f47c7"/>
          <a:stretch xmlns:a="http://schemas.openxmlformats.org/drawingml/2006/main"/>
        </p:blipFill>
        <p:spPr>
          <a:xfrm xmlns:a="http://schemas.openxmlformats.org/drawingml/2006/main">
            <a:off x="609600" y="1688972"/>
            <a:ext cx="5791200" cy="3765807"/>
          </a:xfrm>
          <a:prstGeom xmlns:a="http://schemas.openxmlformats.org/drawingml/2006/main" prst="rect">
            <a:avLst/>
          </a:prstGeom>
        </p:spPr>
      </p:pic>
      <p:sp>
        <p:nvSpPr>
          <p:cNvPr id="3" name="native-text-82">
            <a:extLst xmlns:a="http://schemas.openxmlformats.org/drawingml/2006/main">
              <a:ext uri="{FF2B5EF4-FFF2-40B4-BE49-F238E27FC236}">
                <a16:creationId xmlns:a16="http://schemas.microsoft.com/office/drawing/2014/main" id="{B08453D0-7245-432C-BA4F-296D9D9F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83">
            <a:extLst xmlns:a="http://schemas.openxmlformats.org/drawingml/2006/main">
              <a:ext uri="{FF2B5EF4-FFF2-40B4-BE49-F238E27FC236}">
                <a16:creationId xmlns:a16="http://schemas.microsoft.com/office/drawing/2014/main" id="{E185E045-550E-4AB4-B92A-884D932F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‫רשת החודש‬</a:t>
            </a:r>
          </a:p>
        </p:txBody>
      </p:sp>
      <p:sp>
        <p:nvSpPr>
          <p:cNvPr id="5" name="native-text-84">
            <a:extLst xmlns:a="http://schemas.openxmlformats.org/drawingml/2006/main">
              <a:ext uri="{FF2B5EF4-FFF2-40B4-BE49-F238E27FC236}">
                <a16:creationId xmlns:a16="http://schemas.microsoft.com/office/drawing/2014/main" id="{2D6C9726-F51F-4BC9-96EB-F93DB326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״חודש״. התאריכים מופיעים ברשת חודשית.‬</a:t>
            </a:r>
          </a:p>
        </p:txBody>
      </p:sp>
      <p:sp>
        <p:nvSpPr>
          <p:cNvPr id="6" name="native-text-85">
            <a:extLst xmlns:a="http://schemas.openxmlformats.org/drawingml/2006/main">
              <a:ext uri="{FF2B5EF4-FFF2-40B4-BE49-F238E27FC236}">
                <a16:creationId xmlns:a16="http://schemas.microsoft.com/office/drawing/2014/main" id="{9AE0E9E6-2EEA-48D9-8042-D4EB3963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תאריך‬</a:t>
            </a:r>
          </a:p>
        </p:txBody>
      </p:sp>
      <p:sp>
        <p:nvSpPr>
          <p:cNvPr id="7" name="native-text-86">
            <a:extLst xmlns:a="http://schemas.openxmlformats.org/drawingml/2006/main">
              <a:ext uri="{FF2B5EF4-FFF2-40B4-BE49-F238E27FC236}">
                <a16:creationId xmlns:a16="http://schemas.microsoft.com/office/drawing/2014/main" id="{3B168752-B1C6-4C35-9F06-68C3A193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יום כדי לראות את האירועים שלו ברשימה שמתחת ללוח.‬</a:t>
            </a:r>
          </a:p>
        </p:txBody>
      </p:sp>
      <p:sp>
        <p:nvSpPr>
          <p:cNvPr id="8" name="native-text-87">
            <a:extLst xmlns:a="http://schemas.openxmlformats.org/drawingml/2006/main">
              <a:ext uri="{FF2B5EF4-FFF2-40B4-BE49-F238E27FC236}">
                <a16:creationId xmlns:a16="http://schemas.microsoft.com/office/drawing/2014/main" id="{F5936650-B42E-49ED-A154-CBD46C79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‫יום עמוס‬</a:t>
            </a:r>
          </a:p>
        </p:txBody>
      </p:sp>
      <p:sp>
        <p:nvSpPr>
          <p:cNvPr id="9" name="native-text-88">
            <a:extLst xmlns:a="http://schemas.openxmlformats.org/drawingml/2006/main">
              <a:ext uri="{FF2B5EF4-FFF2-40B4-BE49-F238E27FC236}">
                <a16:creationId xmlns:a16="http://schemas.microsoft.com/office/drawing/2014/main" id="{FDE823E5-34B7-4158-9DA1-48F74CCA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‫כשאין מקום לכל האירועים בתא, פותחים את רשימת האירועים הנוספים או בוחרים את היום.‬</a:t>
            </a:r>
          </a:p>
        </p:txBody>
      </p:sp>
      <p:sp>
        <p:nvSpPr>
          <p:cNvPr id="10" name="native-text-89">
            <a:extLst xmlns:a="http://schemas.openxmlformats.org/drawingml/2006/main">
              <a:ext uri="{FF2B5EF4-FFF2-40B4-BE49-F238E27FC236}">
                <a16:creationId xmlns:a16="http://schemas.microsoft.com/office/drawing/2014/main" id="{53785C05-4D69-43EB-A78B-2AAE790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‫בחירת אירוע פותחת את טופס האירוע. בחירת יום מציגה את אירועי אותו יום.‬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37CB4-3D33-43A5-99F1-77A4B03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90">
            <a:extLst xmlns:a="http://schemas.openxmlformats.org/drawingml/2006/main">
              <a:ext uri="{FF2B5EF4-FFF2-40B4-BE49-F238E27FC236}">
                <a16:creationId xmlns:a16="http://schemas.microsoft.com/office/drawing/2014/main" id="{C94B463D-47E6-4DC5-92C0-748B976C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08</a:t>
            </a:r>
          </a:p>
        </p:txBody>
      </p:sp>
      <p:sp>
        <p:nvSpPr>
          <p:cNvPr id="13" name="native-text-91">
            <a:extLst xmlns:a="http://schemas.openxmlformats.org/drawingml/2006/main">
              <a:ext uri="{FF2B5EF4-FFF2-40B4-BE49-F238E27FC236}">
                <a16:creationId xmlns:a16="http://schemas.microsoft.com/office/drawing/2014/main" id="{7137D359-EBC7-4C2E-AA78-A1C87D410ED1}"/>
              </a:ext>
            </a:extLst>
            <a:hlinkClick xmlns:r="http://schemas.openxmlformats.org/officeDocument/2006/relationships" xmlns:a="http://schemas.openxmlformats.org/drawingml/2006/main" r:id="R590b4c62f3d642b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524928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92">
            <a:extLst xmlns:a="http://schemas.openxmlformats.org/drawingml/2006/main">
              <a:ext uri="{FF2B5EF4-FFF2-40B4-BE49-F238E27FC236}">
                <a16:creationId xmlns:a16="http://schemas.microsoft.com/office/drawing/2014/main" id="{E8556081-5695-43F5-BBCC-A042E3D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‫חודש בטלפון ובאפליקציה‬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B16A5-EF2F-4C95-8623-4CC07FD0A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47e59731c4f29"/>
          <a:stretch xmlns:a="http://schemas.openxmlformats.org/drawingml/2006/main"/>
        </p:blipFill>
        <p:spPr>
          <a:xfrm xmlns:a="http://schemas.openxmlformats.org/drawingml/2006/main">
            <a:off x="2444472" y="1276350"/>
            <a:ext cx="21214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93">
            <a:extLst xmlns:a="http://schemas.openxmlformats.org/drawingml/2006/main">
              <a:ext uri="{FF2B5EF4-FFF2-40B4-BE49-F238E27FC236}">
                <a16:creationId xmlns:a16="http://schemas.microsoft.com/office/drawing/2014/main" id="{73AB2A6B-A1B4-4777-93D5-DEE42982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94">
            <a:extLst xmlns:a="http://schemas.openxmlformats.org/drawingml/2006/main">
              <a:ext uri="{FF2B5EF4-FFF2-40B4-BE49-F238E27FC236}">
                <a16:creationId xmlns:a16="http://schemas.microsoft.com/office/drawing/2014/main" id="{5DAFAA87-B079-45DB-922D-ACD8E1D0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‫מבט חודשי‬</a:t>
            </a:r>
          </a:p>
        </p:txBody>
      </p:sp>
      <p:sp>
        <p:nvSpPr>
          <p:cNvPr id="5" name="native-text-95">
            <a:extLst xmlns:a="http://schemas.openxmlformats.org/drawingml/2006/main">
              <a:ext uri="{FF2B5EF4-FFF2-40B4-BE49-F238E27FC236}">
                <a16:creationId xmlns:a16="http://schemas.microsoft.com/office/drawing/2014/main" id="{37DB2393-133D-47FB-91B5-03BC6274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״חודש״. בכל יום מופיעים מספר האירועים והסימונים המתאימים.‬</a:t>
            </a:r>
          </a:p>
        </p:txBody>
      </p:sp>
      <p:sp>
        <p:nvSpPr>
          <p:cNvPr id="6" name="native-text-96">
            <a:extLst xmlns:a="http://schemas.openxmlformats.org/drawingml/2006/main">
              <a:ext uri="{FF2B5EF4-FFF2-40B4-BE49-F238E27FC236}">
                <a16:creationId xmlns:a16="http://schemas.microsoft.com/office/drawing/2014/main" id="{7313E1FD-D8D0-4885-AFD5-03EABB71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יום‬</a:t>
            </a:r>
          </a:p>
        </p:txBody>
      </p:sp>
      <p:sp>
        <p:nvSpPr>
          <p:cNvPr id="7" name="native-text-97">
            <a:extLst xmlns:a="http://schemas.openxmlformats.org/drawingml/2006/main">
              <a:ext uri="{FF2B5EF4-FFF2-40B4-BE49-F238E27FC236}">
                <a16:creationId xmlns:a16="http://schemas.microsoft.com/office/drawing/2014/main" id="{73D4BEFF-ED17-469C-987B-84DE2928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תאריך. מתחת לרשת מופיעה הרשימה המלאה של אותו יום.‬</a:t>
            </a:r>
          </a:p>
        </p:txBody>
      </p:sp>
      <p:sp>
        <p:nvSpPr>
          <p:cNvPr id="8" name="native-text-98">
            <a:extLst xmlns:a="http://schemas.openxmlformats.org/drawingml/2006/main">
              <a:ext uri="{FF2B5EF4-FFF2-40B4-BE49-F238E27FC236}">
                <a16:creationId xmlns:a16="http://schemas.microsoft.com/office/drawing/2014/main" id="{1EADC8FB-0A7D-4F5D-B5EF-250C959A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‫פתיחת אירוע‬</a:t>
            </a:r>
          </a:p>
        </p:txBody>
      </p:sp>
      <p:sp>
        <p:nvSpPr>
          <p:cNvPr id="9" name="native-text-99">
            <a:extLst xmlns:a="http://schemas.openxmlformats.org/drawingml/2006/main">
              <a:ext uri="{FF2B5EF4-FFF2-40B4-BE49-F238E27FC236}">
                <a16:creationId xmlns:a16="http://schemas.microsoft.com/office/drawing/2014/main" id="{094922C5-8258-47B6-B490-8F24750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‫גוללים לרשימה ולוחצים על הכרטיס שרוצים לפתוח.‬</a:t>
            </a:r>
          </a:p>
        </p:txBody>
      </p:sp>
      <p:sp>
        <p:nvSpPr>
          <p:cNvPr id="10" name="native-text-100">
            <a:extLst xmlns:a="http://schemas.openxmlformats.org/drawingml/2006/main">
              <a:ext uri="{FF2B5EF4-FFF2-40B4-BE49-F238E27FC236}">
                <a16:creationId xmlns:a16="http://schemas.microsoft.com/office/drawing/2014/main" id="{DA9330C5-425A-4A24-800E-B3DC2D2D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‫כך רואים את עומס החודש בלי לדחוס כותרות ארוכות לתאים קטנים.‬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9F378-39AC-457D-B605-8BF3E4BD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01">
            <a:extLst xmlns:a="http://schemas.openxmlformats.org/drawingml/2006/main">
              <a:ext uri="{FF2B5EF4-FFF2-40B4-BE49-F238E27FC236}">
                <a16:creationId xmlns:a16="http://schemas.microsoft.com/office/drawing/2014/main" id="{B85C6B0F-0A8F-4E67-813C-4F451B12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09</a:t>
            </a:r>
          </a:p>
        </p:txBody>
      </p:sp>
      <p:sp>
        <p:nvSpPr>
          <p:cNvPr id="13" name="native-text-102">
            <a:extLst xmlns:a="http://schemas.openxmlformats.org/drawingml/2006/main">
              <a:ext uri="{FF2B5EF4-FFF2-40B4-BE49-F238E27FC236}">
                <a16:creationId xmlns:a16="http://schemas.microsoft.com/office/drawing/2014/main" id="{3053B869-43EA-4997-B44A-142AB2BA03BC}"/>
              </a:ext>
            </a:extLst>
            <a:hlinkClick xmlns:r="http://schemas.openxmlformats.org/officeDocument/2006/relationships" xmlns:a="http://schemas.openxmlformats.org/drawingml/2006/main" r:id="Rb2e6401fb60d44d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845844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03">
            <a:extLst xmlns:a="http://schemas.openxmlformats.org/drawingml/2006/main">
              <a:ext uri="{FF2B5EF4-FFF2-40B4-BE49-F238E27FC236}">
                <a16:creationId xmlns:a16="http://schemas.microsoft.com/office/drawing/2014/main" id="{78BCBCCE-B13D-43F9-B787-C0D935C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‫ניווט ורענון היומן‬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F0AF-B51E-451A-A50A-B13462E922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abf4eef1c4f14"/>
          <a:stretch xmlns:a="http://schemas.openxmlformats.org/drawingml/2006/main"/>
        </p:blipFill>
        <p:spPr>
          <a:xfrm xmlns:a="http://schemas.openxmlformats.org/drawingml/2006/main">
            <a:off x="609600" y="3168137"/>
            <a:ext cx="5791200" cy="80747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04">
            <a:extLst xmlns:a="http://schemas.openxmlformats.org/drawingml/2006/main">
              <a:ext uri="{FF2B5EF4-FFF2-40B4-BE49-F238E27FC236}">
                <a16:creationId xmlns:a16="http://schemas.microsoft.com/office/drawing/2014/main" id="{66496520-B167-4327-87E9-F083856F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05">
            <a:extLst xmlns:a="http://schemas.openxmlformats.org/drawingml/2006/main">
              <a:ext uri="{FF2B5EF4-FFF2-40B4-BE49-F238E27FC236}">
                <a16:creationId xmlns:a16="http://schemas.microsoft.com/office/drawing/2014/main" id="{9DAE4270-B00D-49C5-BB72-CE2C663E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‫הקודם, הבא והיום‬</a:t>
            </a:r>
          </a:p>
        </p:txBody>
      </p:sp>
      <p:sp>
        <p:nvSpPr>
          <p:cNvPr id="5" name="native-text-106">
            <a:extLst xmlns:a="http://schemas.openxmlformats.org/drawingml/2006/main">
              <a:ext uri="{FF2B5EF4-FFF2-40B4-BE49-F238E27FC236}">
                <a16:creationId xmlns:a16="http://schemas.microsoft.com/office/drawing/2014/main" id="{5991C9E0-1AFB-4ED3-AF9E-A32FFCC5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‫החצים עוברים ביום, בשבוע או בחודש לפי התצוגה. ״היום״ מחזיר לתאריך הנוכחי.‬</a:t>
            </a:r>
          </a:p>
        </p:txBody>
      </p:sp>
      <p:sp>
        <p:nvSpPr>
          <p:cNvPr id="6" name="native-text-107">
            <a:extLst xmlns:a="http://schemas.openxmlformats.org/drawingml/2006/main">
              <a:ext uri="{FF2B5EF4-FFF2-40B4-BE49-F238E27FC236}">
                <a16:creationId xmlns:a16="http://schemas.microsoft.com/office/drawing/2014/main" id="{9D14A557-F466-4AD0-BFCD-2DEBDC9C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‫רענון והגדלה‬</a:t>
            </a:r>
          </a:p>
        </p:txBody>
      </p:sp>
      <p:sp>
        <p:nvSpPr>
          <p:cNvPr id="7" name="native-text-108">
            <a:extLst xmlns:a="http://schemas.openxmlformats.org/drawingml/2006/main">
              <a:ext uri="{FF2B5EF4-FFF2-40B4-BE49-F238E27FC236}">
                <a16:creationId xmlns:a16="http://schemas.microsoft.com/office/drawing/2014/main" id="{0AFBFEE6-50EE-451B-9CDA-87C1D3F3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‫כפתור הרענון טוען מידע עדכני. ״הגדל יומן״ ו״צמצם יומן״ משנים את שטח התצוגה.‬</a:t>
            </a:r>
          </a:p>
        </p:txBody>
      </p:sp>
      <p:sp>
        <p:nvSpPr>
          <p:cNvPr id="8" name="native-text-109">
            <a:extLst xmlns:a="http://schemas.openxmlformats.org/drawingml/2006/main">
              <a:ext uri="{FF2B5EF4-FFF2-40B4-BE49-F238E27FC236}">
                <a16:creationId xmlns:a16="http://schemas.microsoft.com/office/drawing/2014/main" id="{40E910DE-388C-4568-B765-5EAFF266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‫רשימה או שעות‬</a:t>
            </a:r>
          </a:p>
        </p:txBody>
      </p:sp>
      <p:sp>
        <p:nvSpPr>
          <p:cNvPr id="9" name="native-text-110">
            <a:extLst xmlns:a="http://schemas.openxmlformats.org/drawingml/2006/main">
              <a:ext uri="{FF2B5EF4-FFF2-40B4-BE49-F238E27FC236}">
                <a16:creationId xmlns:a16="http://schemas.microsoft.com/office/drawing/2014/main" id="{696FC833-D5AA-468B-9400-3C6FEFCB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‫בתצוגת יום אפשר לעבור בין ״רשימת פגישות״ ל״לוח שעות״. בלוח שעות אפשר לבחור טווח ולהזיז אירועים.‬</a:t>
            </a:r>
          </a:p>
        </p:txBody>
      </p:sp>
      <p:sp>
        <p:nvSpPr>
          <p:cNvPr id="10" name="native-text-111">
            <a:extLst xmlns:a="http://schemas.openxmlformats.org/drawingml/2006/main">
              <a:ext uri="{FF2B5EF4-FFF2-40B4-BE49-F238E27FC236}">
                <a16:creationId xmlns:a16="http://schemas.microsoft.com/office/drawing/2014/main" id="{AB33D2BD-768B-4BBE-8159-AF57D92A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‫אם רענון נכשל, האירועים שכבר הוצגו נשארים על המסך ומופיעה אפשרות לניסיון נוסף.‬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5594C-2CBA-45A4-B5C8-47E36A6D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12">
            <a:extLst xmlns:a="http://schemas.openxmlformats.org/drawingml/2006/main">
              <a:ext uri="{FF2B5EF4-FFF2-40B4-BE49-F238E27FC236}">
                <a16:creationId xmlns:a16="http://schemas.microsoft.com/office/drawing/2014/main" id="{69CFFC6E-D156-4B45-856A-690A11C8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10</a:t>
            </a:r>
          </a:p>
        </p:txBody>
      </p:sp>
      <p:sp>
        <p:nvSpPr>
          <p:cNvPr id="13" name="native-text-113">
            <a:extLst xmlns:a="http://schemas.openxmlformats.org/drawingml/2006/main">
              <a:ext uri="{FF2B5EF4-FFF2-40B4-BE49-F238E27FC236}">
                <a16:creationId xmlns:a16="http://schemas.microsoft.com/office/drawing/2014/main" id="{AD981CA4-1405-40DD-83DB-E95FF1BB4989}"/>
              </a:ext>
            </a:extLst>
            <a:hlinkClick xmlns:r="http://schemas.openxmlformats.org/officeDocument/2006/relationships" xmlns:a="http://schemas.openxmlformats.org/drawingml/2006/main" r:id="Re96e37dc4f39492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976645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14">
            <a:extLst xmlns:a="http://schemas.openxmlformats.org/drawingml/2006/main">
              <a:ext uri="{FF2B5EF4-FFF2-40B4-BE49-F238E27FC236}">
                <a16:creationId xmlns:a16="http://schemas.microsoft.com/office/drawing/2014/main" id="{B8C201B3-8A3E-4827-97A4-F16D9BC2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‫אירועים קרובים במסך הבית‬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9BB81-DBC6-4FCC-9246-D9A525625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901da36d048be"/>
          <a:stretch xmlns:a="http://schemas.openxmlformats.org/drawingml/2006/main"/>
        </p:blipFill>
        <p:spPr>
          <a:xfrm xmlns:a="http://schemas.openxmlformats.org/drawingml/2006/main">
            <a:off x="609600" y="1871732"/>
            <a:ext cx="5791200" cy="340028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15">
            <a:extLst xmlns:a="http://schemas.openxmlformats.org/drawingml/2006/main">
              <a:ext uri="{FF2B5EF4-FFF2-40B4-BE49-F238E27FC236}">
                <a16:creationId xmlns:a16="http://schemas.microsoft.com/office/drawing/2014/main" id="{C20F6235-92CE-420B-939C-C2DE47D3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16">
            <a:extLst xmlns:a="http://schemas.openxmlformats.org/drawingml/2006/main">
              <a:ext uri="{FF2B5EF4-FFF2-40B4-BE49-F238E27FC236}">
                <a16:creationId xmlns:a16="http://schemas.microsoft.com/office/drawing/2014/main" id="{FBB3B9A7-B0A0-44D1-B769-F4BA0ECC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‫היום ומחר‬</a:t>
            </a:r>
          </a:p>
        </p:txBody>
      </p:sp>
      <p:sp>
        <p:nvSpPr>
          <p:cNvPr id="5" name="native-text-117">
            <a:extLst xmlns:a="http://schemas.openxmlformats.org/drawingml/2006/main">
              <a:ext uri="{FF2B5EF4-FFF2-40B4-BE49-F238E27FC236}">
                <a16:creationId xmlns:a16="http://schemas.microsoft.com/office/drawing/2014/main" id="{6623AD7C-807E-4DEA-84A0-0A985DFD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‫במסך הבית מופיעה רשימת האירועים הקרובים, עם שעה, מנהלים ומיקום.‬</a:t>
            </a:r>
          </a:p>
        </p:txBody>
      </p:sp>
      <p:sp>
        <p:nvSpPr>
          <p:cNvPr id="6" name="native-text-118">
            <a:extLst xmlns:a="http://schemas.openxmlformats.org/drawingml/2006/main">
              <a:ext uri="{FF2B5EF4-FFF2-40B4-BE49-F238E27FC236}">
                <a16:creationId xmlns:a16="http://schemas.microsoft.com/office/drawing/2014/main" id="{D2A884BB-7ED5-41A3-BE37-D0D9276F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 עם תיק‬</a:t>
            </a:r>
          </a:p>
        </p:txBody>
      </p:sp>
      <p:sp>
        <p:nvSpPr>
          <p:cNvPr id="7" name="native-text-119">
            <a:extLst xmlns:a="http://schemas.openxmlformats.org/drawingml/2006/main">
              <a:ext uri="{FF2B5EF4-FFF2-40B4-BE49-F238E27FC236}">
                <a16:creationId xmlns:a16="http://schemas.microsoft.com/office/drawing/2014/main" id="{EE383986-B55D-4C43-96F8-8871840D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‫לחיצה על אירוע שמקושר לתיק פותחת את התיק הקשור.‬</a:t>
            </a:r>
          </a:p>
        </p:txBody>
      </p:sp>
      <p:sp>
        <p:nvSpPr>
          <p:cNvPr id="8" name="native-text-120">
            <a:extLst xmlns:a="http://schemas.openxmlformats.org/drawingml/2006/main">
              <a:ext uri="{FF2B5EF4-FFF2-40B4-BE49-F238E27FC236}">
                <a16:creationId xmlns:a16="http://schemas.microsoft.com/office/drawing/2014/main" id="{D04152A5-02C6-4F98-AAFE-CF5008CF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‫פתיחת היומן‬</a:t>
            </a:r>
          </a:p>
        </p:txBody>
      </p:sp>
      <p:sp>
        <p:nvSpPr>
          <p:cNvPr id="9" name="native-text-121">
            <a:extLst xmlns:a="http://schemas.openxmlformats.org/drawingml/2006/main">
              <a:ext uri="{FF2B5EF4-FFF2-40B4-BE49-F238E27FC236}">
                <a16:creationId xmlns:a16="http://schemas.microsoft.com/office/drawing/2014/main" id="{5C838CCC-CDDF-47EF-AC5A-3143D7D6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‫״פתח יומן״ מעביר ליומן המלא. שם אפשר לפתוח את טופס האירוע ולעדכן את הפגישה.‬</a:t>
            </a:r>
          </a:p>
        </p:txBody>
      </p:sp>
      <p:sp>
        <p:nvSpPr>
          <p:cNvPr id="10" name="native-text-122">
            <a:extLst xmlns:a="http://schemas.openxmlformats.org/drawingml/2006/main">
              <a:ext uri="{FF2B5EF4-FFF2-40B4-BE49-F238E27FC236}">
                <a16:creationId xmlns:a16="http://schemas.microsoft.com/office/drawing/2014/main" id="{AD85B52A-B668-4499-96DB-F925FD4A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‫שמות ותמונות המנהלים מוצגים גם ברשימה הקומפקטית של מסך הבית.‬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2711F-51D9-421F-9D98-A699953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23">
            <a:extLst xmlns:a="http://schemas.openxmlformats.org/drawingml/2006/main">
              <a:ext uri="{FF2B5EF4-FFF2-40B4-BE49-F238E27FC236}">
                <a16:creationId xmlns:a16="http://schemas.microsoft.com/office/drawing/2014/main" id="{C5009564-2AC5-4591-B8B1-BA19DA3B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11</a:t>
            </a:r>
          </a:p>
        </p:txBody>
      </p:sp>
      <p:sp>
        <p:nvSpPr>
          <p:cNvPr id="13" name="native-text-124">
            <a:extLst xmlns:a="http://schemas.openxmlformats.org/drawingml/2006/main">
              <a:ext uri="{FF2B5EF4-FFF2-40B4-BE49-F238E27FC236}">
                <a16:creationId xmlns:a16="http://schemas.microsoft.com/office/drawing/2014/main" id="{F043833C-08DE-4D3A-A27A-21DB5525813A}"/>
              </a:ext>
            </a:extLst>
            <a:hlinkClick xmlns:r="http://schemas.openxmlformats.org/officeDocument/2006/relationships" xmlns:a="http://schemas.openxmlformats.org/drawingml/2006/main" r:id="R9bbe86e7908b430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7748560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25">
            <a:extLst xmlns:a="http://schemas.openxmlformats.org/drawingml/2006/main">
              <a:ext uri="{FF2B5EF4-FFF2-40B4-BE49-F238E27FC236}">
                <a16:creationId xmlns:a16="http://schemas.microsoft.com/office/drawing/2014/main" id="{1A2EBE0F-AFD1-4A84-B1D4-879D2786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‫חיפוש וסינון‬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FEAE2-522A-49A9-B2B3-6DB2F2258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580b1611d464d"/>
          <a:stretch xmlns:a="http://schemas.openxmlformats.org/drawingml/2006/main"/>
        </p:blipFill>
        <p:spPr>
          <a:xfrm xmlns:a="http://schemas.openxmlformats.org/drawingml/2006/main">
            <a:off x="609600" y="1636625"/>
            <a:ext cx="5791200" cy="3870501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26">
            <a:extLst xmlns:a="http://schemas.openxmlformats.org/drawingml/2006/main">
              <a:ext uri="{FF2B5EF4-FFF2-40B4-BE49-F238E27FC236}">
                <a16:creationId xmlns:a16="http://schemas.microsoft.com/office/drawing/2014/main" id="{EA46B8D8-58F5-4C89-BDC7-39984F07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27">
            <a:extLst xmlns:a="http://schemas.openxmlformats.org/drawingml/2006/main">
              <a:ext uri="{FF2B5EF4-FFF2-40B4-BE49-F238E27FC236}">
                <a16:creationId xmlns:a16="http://schemas.microsoft.com/office/drawing/2014/main" id="{18529565-7E36-4118-8E63-6D2C3AA6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‫חיפוש חופשי‬</a:t>
            </a:r>
          </a:p>
        </p:txBody>
      </p:sp>
      <p:sp>
        <p:nvSpPr>
          <p:cNvPr id="5" name="native-text-128">
            <a:extLst xmlns:a="http://schemas.openxmlformats.org/drawingml/2006/main">
              <a:ext uri="{FF2B5EF4-FFF2-40B4-BE49-F238E27FC236}">
                <a16:creationId xmlns:a16="http://schemas.microsoft.com/office/drawing/2014/main" id="{AC2308E8-920C-4601-93AF-3492D33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‫מקלידים שם פגישה, מנהל, לקוח, תיק או מיקום בשדה החיפוש.‬</a:t>
            </a:r>
          </a:p>
        </p:txBody>
      </p:sp>
      <p:sp>
        <p:nvSpPr>
          <p:cNvPr id="6" name="native-text-129">
            <a:extLst xmlns:a="http://schemas.openxmlformats.org/drawingml/2006/main">
              <a:ext uri="{FF2B5EF4-FFF2-40B4-BE49-F238E27FC236}">
                <a16:creationId xmlns:a16="http://schemas.microsoft.com/office/drawing/2014/main" id="{234ABA83-94C2-4166-9704-58DF287F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‫סינון מתקדם‬</a:t>
            </a:r>
          </a:p>
        </p:txBody>
      </p:sp>
      <p:sp>
        <p:nvSpPr>
          <p:cNvPr id="7" name="native-text-130">
            <a:extLst xmlns:a="http://schemas.openxmlformats.org/drawingml/2006/main">
              <a:ext uri="{FF2B5EF4-FFF2-40B4-BE49-F238E27FC236}">
                <a16:creationId xmlns:a16="http://schemas.microsoft.com/office/drawing/2014/main" id="{8DF60F5B-E6E7-44E8-89BB-27405B33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״סינון מתקדם״ ובוחרים את המסננים הזמינים: עובד, לקוח, תיק או סוג אירוע.‬</a:t>
            </a:r>
          </a:p>
        </p:txBody>
      </p:sp>
      <p:sp>
        <p:nvSpPr>
          <p:cNvPr id="8" name="native-text-131">
            <a:extLst xmlns:a="http://schemas.openxmlformats.org/drawingml/2006/main">
              <a:ext uri="{FF2B5EF4-FFF2-40B4-BE49-F238E27FC236}">
                <a16:creationId xmlns:a16="http://schemas.microsoft.com/office/drawing/2014/main" id="{0A41B6C5-ABD7-41CD-8C1E-CC537A0B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‫ניקוי הסינון‬</a:t>
            </a:r>
          </a:p>
        </p:txBody>
      </p:sp>
      <p:sp>
        <p:nvSpPr>
          <p:cNvPr id="9" name="native-text-132">
            <a:extLst xmlns:a="http://schemas.openxmlformats.org/drawingml/2006/main">
              <a:ext uri="{FF2B5EF4-FFF2-40B4-BE49-F238E27FC236}">
                <a16:creationId xmlns:a16="http://schemas.microsoft.com/office/drawing/2014/main" id="{A47B85D0-C956-496B-816B-0B8BD901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‫״נקה סינון״ מסיר את המסננים. בודקים גם שהחיפוש החופשי ריק ושנבחר היקף היומן הרצוי.‬</a:t>
            </a:r>
          </a:p>
        </p:txBody>
      </p:sp>
      <p:sp>
        <p:nvSpPr>
          <p:cNvPr id="10" name="native-text-133">
            <a:extLst xmlns:a="http://schemas.openxmlformats.org/drawingml/2006/main">
              <a:ext uri="{FF2B5EF4-FFF2-40B4-BE49-F238E27FC236}">
                <a16:creationId xmlns:a16="http://schemas.microsoft.com/office/drawing/2014/main" id="{20DFD5D8-A883-43CF-8378-01BDA10E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‫אם אירוע אינו מופיע, בדקו קודם תאריך, היקף ומסננים פעילים.‬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E5CE5-8F5F-4CCA-9F02-F825C573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34">
            <a:extLst xmlns:a="http://schemas.openxmlformats.org/drawingml/2006/main">
              <a:ext uri="{FF2B5EF4-FFF2-40B4-BE49-F238E27FC236}">
                <a16:creationId xmlns:a16="http://schemas.microsoft.com/office/drawing/2014/main" id="{6B58672E-07C2-46E5-A3BF-042A9AD2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12</a:t>
            </a:r>
          </a:p>
        </p:txBody>
      </p:sp>
      <p:sp>
        <p:nvSpPr>
          <p:cNvPr id="13" name="native-text-135">
            <a:extLst xmlns:a="http://schemas.openxmlformats.org/drawingml/2006/main">
              <a:ext uri="{FF2B5EF4-FFF2-40B4-BE49-F238E27FC236}">
                <a16:creationId xmlns:a16="http://schemas.microsoft.com/office/drawing/2014/main" id="{0E27EA23-A999-4C62-8255-7C0785A0F4EF}"/>
              </a:ext>
            </a:extLst>
            <a:hlinkClick xmlns:r="http://schemas.openxmlformats.org/officeDocument/2006/relationships" xmlns:a="http://schemas.openxmlformats.org/drawingml/2006/main" r:id="R781aeee639cb4e9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0687743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36">
            <a:extLst xmlns:a="http://schemas.openxmlformats.org/drawingml/2006/main">
              <a:ext uri="{FF2B5EF4-FFF2-40B4-BE49-F238E27FC236}">
                <a16:creationId xmlns:a16="http://schemas.microsoft.com/office/drawing/2014/main" id="{8C994149-9307-4059-A19C-6B0B7F98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‫מנהלים, חפיפות וטקסט ארוך‬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C9EA6-6A63-416C-B70A-DE85260D7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76165c008423a"/>
          <a:stretch xmlns:a="http://schemas.openxmlformats.org/drawingml/2006/main"/>
        </p:blipFill>
        <p:spPr>
          <a:xfrm xmlns:a="http://schemas.openxmlformats.org/drawingml/2006/main">
            <a:off x="609600" y="2615530"/>
            <a:ext cx="5791200" cy="191269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37">
            <a:extLst xmlns:a="http://schemas.openxmlformats.org/drawingml/2006/main">
              <a:ext uri="{FF2B5EF4-FFF2-40B4-BE49-F238E27FC236}">
                <a16:creationId xmlns:a16="http://schemas.microsoft.com/office/drawing/2014/main" id="{2CD1CFB5-1585-4EA9-88DC-E9E8589A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38">
            <a:extLst xmlns:a="http://schemas.openxmlformats.org/drawingml/2006/main">
              <a:ext uri="{FF2B5EF4-FFF2-40B4-BE49-F238E27FC236}">
                <a16:creationId xmlns:a16="http://schemas.microsoft.com/office/drawing/2014/main" id="{2738821B-1AA8-40AF-AAA4-334E6AB0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‫מי משתתף‬</a:t>
            </a:r>
          </a:p>
        </p:txBody>
      </p:sp>
      <p:sp>
        <p:nvSpPr>
          <p:cNvPr id="5" name="native-text-139">
            <a:extLst xmlns:a="http://schemas.openxmlformats.org/drawingml/2006/main">
              <a:ext uri="{FF2B5EF4-FFF2-40B4-BE49-F238E27FC236}">
                <a16:creationId xmlns:a16="http://schemas.microsoft.com/office/drawing/2014/main" id="{AA79DBA8-922D-4C3C-A673-4635004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‫המנהלים המשויכים מופיעים בשם ובתמונה או בראשי תיבות. תמונה שלא נטענה מוחלפת בראשי תיבות.‬</a:t>
            </a:r>
          </a:p>
        </p:txBody>
      </p:sp>
      <p:sp>
        <p:nvSpPr>
          <p:cNvPr id="6" name="native-text-140">
            <a:extLst xmlns:a="http://schemas.openxmlformats.org/drawingml/2006/main">
              <a:ext uri="{FF2B5EF4-FFF2-40B4-BE49-F238E27FC236}">
                <a16:creationId xmlns:a16="http://schemas.microsoft.com/office/drawing/2014/main" id="{38AE26BF-4495-4982-A9F9-B8B04777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‫חפיפה‬</a:t>
            </a:r>
          </a:p>
        </p:txBody>
      </p:sp>
      <p:sp>
        <p:nvSpPr>
          <p:cNvPr id="7" name="native-text-141">
            <a:extLst xmlns:a="http://schemas.openxmlformats.org/drawingml/2006/main">
              <a:ext uri="{FF2B5EF4-FFF2-40B4-BE49-F238E27FC236}">
                <a16:creationId xmlns:a16="http://schemas.microsoft.com/office/drawing/2014/main" id="{9DE74C12-9126-454A-A1D9-6533C243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‫פגישות במקביל מוצגות בנפרד. הודעת החפיפה מציינת מנהל שמשויך ליותר מאירוע אחד באותו זמן.‬</a:t>
            </a:r>
          </a:p>
        </p:txBody>
      </p:sp>
      <p:sp>
        <p:nvSpPr>
          <p:cNvPr id="8" name="native-text-142">
            <a:extLst xmlns:a="http://schemas.openxmlformats.org/drawingml/2006/main">
              <a:ext uri="{FF2B5EF4-FFF2-40B4-BE49-F238E27FC236}">
                <a16:creationId xmlns:a16="http://schemas.microsoft.com/office/drawing/2014/main" id="{4CCA826B-2089-4B5B-B3BA-0F026927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‫הטקסט המלא‬</a:t>
            </a:r>
          </a:p>
        </p:txBody>
      </p:sp>
      <p:sp>
        <p:nvSpPr>
          <p:cNvPr id="9" name="native-text-143">
            <a:extLst xmlns:a="http://schemas.openxmlformats.org/drawingml/2006/main">
              <a:ext uri="{FF2B5EF4-FFF2-40B4-BE49-F238E27FC236}">
                <a16:creationId xmlns:a16="http://schemas.microsoft.com/office/drawing/2014/main" id="{E477C0B6-9EDC-4C45-98B2-C74F2FD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‫טקסט ארוך מתקצר רק בכרטיס. פותחים את האירוע כדי לקרוא ולעדכן את כל המידע.‬</a:t>
            </a:r>
          </a:p>
        </p:txBody>
      </p:sp>
      <p:sp>
        <p:nvSpPr>
          <p:cNvPr id="10" name="native-text-144">
            <a:extLst xmlns:a="http://schemas.openxmlformats.org/drawingml/2006/main">
              <a:ext uri="{FF2B5EF4-FFF2-40B4-BE49-F238E27FC236}">
                <a16:creationId xmlns:a16="http://schemas.microsoft.com/office/drawing/2014/main" id="{FE851EA7-BD0A-4779-A619-BB4BE2E1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‫צבע ותמונה מסייעים בזיהוי. בדקו גם את השמות, השעות והמשתתפים.‬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2BA93-B7A1-4349-8D38-3F313AAA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45">
            <a:extLst xmlns:a="http://schemas.openxmlformats.org/drawingml/2006/main">
              <a:ext uri="{FF2B5EF4-FFF2-40B4-BE49-F238E27FC236}">
                <a16:creationId xmlns:a16="http://schemas.microsoft.com/office/drawing/2014/main" id="{EAF47538-7924-4F3C-AEA4-5B661F85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13</a:t>
            </a:r>
          </a:p>
        </p:txBody>
      </p:sp>
      <p:sp>
        <p:nvSpPr>
          <p:cNvPr id="13" name="native-text-146">
            <a:extLst xmlns:a="http://schemas.openxmlformats.org/drawingml/2006/main">
              <a:ext uri="{FF2B5EF4-FFF2-40B4-BE49-F238E27FC236}">
                <a16:creationId xmlns:a16="http://schemas.microsoft.com/office/drawing/2014/main" id="{7ACF04FA-8C37-4E6B-B9C6-338BCF84DED4}"/>
              </a:ext>
            </a:extLst>
            <a:hlinkClick xmlns:r="http://schemas.openxmlformats.org/officeDocument/2006/relationships" xmlns:a="http://schemas.openxmlformats.org/drawingml/2006/main" r:id="Rb8d483c6d37c4f0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5206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47">
            <a:extLst xmlns:a="http://schemas.openxmlformats.org/drawingml/2006/main">
              <a:ext uri="{FF2B5EF4-FFF2-40B4-BE49-F238E27FC236}">
                <a16:creationId xmlns:a16="http://schemas.microsoft.com/office/drawing/2014/main" id="{E52319E5-A689-4FA2-8900-9D8DA814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‫הוספת אירוע חדש‬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04D4C-A6FE-478B-A8F5-DE4F62709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7e0e2fa9141bd"/>
          <a:stretch xmlns:a="http://schemas.openxmlformats.org/drawingml/2006/main"/>
        </p:blipFill>
        <p:spPr>
          <a:xfrm xmlns:a="http://schemas.openxmlformats.org/drawingml/2006/main">
            <a:off x="1260421" y="1276350"/>
            <a:ext cx="448955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48">
            <a:extLst xmlns:a="http://schemas.openxmlformats.org/drawingml/2006/main">
              <a:ext uri="{FF2B5EF4-FFF2-40B4-BE49-F238E27FC236}">
                <a16:creationId xmlns:a16="http://schemas.microsoft.com/office/drawing/2014/main" id="{5376FEC4-1140-4634-93B1-F7BF5606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49">
            <a:extLst xmlns:a="http://schemas.openxmlformats.org/drawingml/2006/main">
              <a:ext uri="{FF2B5EF4-FFF2-40B4-BE49-F238E27FC236}">
                <a16:creationId xmlns:a16="http://schemas.microsoft.com/office/drawing/2014/main" id="{7C327542-7918-4683-B021-266093C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 טופס‬</a:t>
            </a:r>
          </a:p>
        </p:txBody>
      </p:sp>
      <p:sp>
        <p:nvSpPr>
          <p:cNvPr id="5" name="native-text-150">
            <a:extLst xmlns:a="http://schemas.openxmlformats.org/drawingml/2006/main">
              <a:ext uri="{FF2B5EF4-FFF2-40B4-BE49-F238E27FC236}">
                <a16:creationId xmlns:a16="http://schemas.microsoft.com/office/drawing/2014/main" id="{06AC7215-1426-4D5B-89D6-A5F9EC32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הפלוס העגול. בלוח שעות אפשר גם לבחור טווח זמן.‬</a:t>
            </a:r>
          </a:p>
        </p:txBody>
      </p:sp>
      <p:sp>
        <p:nvSpPr>
          <p:cNvPr id="6" name="native-text-151">
            <a:extLst xmlns:a="http://schemas.openxmlformats.org/drawingml/2006/main">
              <a:ext uri="{FF2B5EF4-FFF2-40B4-BE49-F238E27FC236}">
                <a16:creationId xmlns:a16="http://schemas.microsoft.com/office/drawing/2014/main" id="{8F9D9DCC-6775-434D-AF6E-921E2B42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‫שם וסוג‬</a:t>
            </a:r>
          </a:p>
        </p:txBody>
      </p:sp>
      <p:sp>
        <p:nvSpPr>
          <p:cNvPr id="7" name="native-text-152">
            <a:extLst xmlns:a="http://schemas.openxmlformats.org/drawingml/2006/main">
              <a:ext uri="{FF2B5EF4-FFF2-40B4-BE49-F238E27FC236}">
                <a16:creationId xmlns:a16="http://schemas.microsoft.com/office/drawing/2014/main" id="{26756FA7-5963-40EA-9F1B-55453224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סוג אירוע וממלאים כותרת ברורה, למשל ״פגישת שכירות - משפחת ישראלי״.‬</a:t>
            </a:r>
          </a:p>
        </p:txBody>
      </p:sp>
      <p:sp>
        <p:nvSpPr>
          <p:cNvPr id="8" name="native-text-153">
            <a:extLst xmlns:a="http://schemas.openxmlformats.org/drawingml/2006/main">
              <a:ext uri="{FF2B5EF4-FFF2-40B4-BE49-F238E27FC236}">
                <a16:creationId xmlns:a16="http://schemas.microsoft.com/office/drawing/2014/main" id="{41FDE75B-0753-4AC8-A114-10BB93C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‫מועד ומשתתפים‬</a:t>
            </a:r>
          </a:p>
        </p:txBody>
      </p:sp>
      <p:sp>
        <p:nvSpPr>
          <p:cNvPr id="9" name="native-text-154">
            <a:extLst xmlns:a="http://schemas.openxmlformats.org/drawingml/2006/main">
              <a:ext uri="{FF2B5EF4-FFF2-40B4-BE49-F238E27FC236}">
                <a16:creationId xmlns:a16="http://schemas.microsoft.com/office/drawing/2014/main" id="{F7996025-549C-4F96-97A5-3B58CB9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‫מגדירים התחלה וסיום, מוסיפים את המשתתפים ובודקים תזכורות לפני ״שמור״.‬</a:t>
            </a:r>
          </a:p>
        </p:txBody>
      </p:sp>
      <p:sp>
        <p:nvSpPr>
          <p:cNvPr id="10" name="native-text-155">
            <a:extLst xmlns:a="http://schemas.openxmlformats.org/drawingml/2006/main">
              <a:ext uri="{FF2B5EF4-FFF2-40B4-BE49-F238E27FC236}">
                <a16:creationId xmlns:a16="http://schemas.microsoft.com/office/drawing/2014/main" id="{ABB5CCC7-128B-40F2-8CCA-6D9E996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‫האפשרויות בטופס משתנות לפי סוג האירוע. שדות המסומנים בכוכבית דורשים מילוי.‬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B3093-310A-45E9-93BF-1DA8B0F0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56">
            <a:extLst xmlns:a="http://schemas.openxmlformats.org/drawingml/2006/main">
              <a:ext uri="{FF2B5EF4-FFF2-40B4-BE49-F238E27FC236}">
                <a16:creationId xmlns:a16="http://schemas.microsoft.com/office/drawing/2014/main" id="{8662A43C-5CB3-4DCC-9F09-7219BA89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14</a:t>
            </a:r>
          </a:p>
        </p:txBody>
      </p:sp>
      <p:sp>
        <p:nvSpPr>
          <p:cNvPr id="13" name="native-text-157">
            <a:extLst xmlns:a="http://schemas.openxmlformats.org/drawingml/2006/main">
              <a:ext uri="{FF2B5EF4-FFF2-40B4-BE49-F238E27FC236}">
                <a16:creationId xmlns:a16="http://schemas.microsoft.com/office/drawing/2014/main" id="{9C3ECD9C-A70A-467F-BBD5-707B450E21C8}"/>
              </a:ext>
            </a:extLst>
            <a:hlinkClick xmlns:r="http://schemas.openxmlformats.org/officeDocument/2006/relationships" xmlns:a="http://schemas.openxmlformats.org/drawingml/2006/main" r:id="R9544ec045f3c400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9227228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58">
            <a:extLst xmlns:a="http://schemas.openxmlformats.org/drawingml/2006/main">
              <a:ext uri="{FF2B5EF4-FFF2-40B4-BE49-F238E27FC236}">
                <a16:creationId xmlns:a16="http://schemas.microsoft.com/office/drawing/2014/main" id="{0BD4E4CA-DDBD-41E5-BAB4-F2B62075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‫התחלה, סיום וכל היום‬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AE80B-25C0-41EB-B6AC-309B6ED01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219c85c864dff"/>
          <a:stretch xmlns:a="http://schemas.openxmlformats.org/drawingml/2006/main"/>
        </p:blipFill>
        <p:spPr>
          <a:xfrm xmlns:a="http://schemas.openxmlformats.org/drawingml/2006/main">
            <a:off x="609600" y="2764617"/>
            <a:ext cx="5791200" cy="161451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59">
            <a:extLst xmlns:a="http://schemas.openxmlformats.org/drawingml/2006/main">
              <a:ext uri="{FF2B5EF4-FFF2-40B4-BE49-F238E27FC236}">
                <a16:creationId xmlns:a16="http://schemas.microsoft.com/office/drawing/2014/main" id="{805862DB-EBE6-4419-9D57-04D192E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60">
            <a:extLst xmlns:a="http://schemas.openxmlformats.org/drawingml/2006/main">
              <a:ext uri="{FF2B5EF4-FFF2-40B4-BE49-F238E27FC236}">
                <a16:creationId xmlns:a16="http://schemas.microsoft.com/office/drawing/2014/main" id="{493303F1-D6EC-42F5-806E-E9CA382B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 עם שעות‬</a:t>
            </a:r>
          </a:p>
        </p:txBody>
      </p:sp>
      <p:sp>
        <p:nvSpPr>
          <p:cNvPr id="5" name="native-text-161">
            <a:extLst xmlns:a="http://schemas.openxmlformats.org/drawingml/2006/main">
              <a:ext uri="{FF2B5EF4-FFF2-40B4-BE49-F238E27FC236}">
                <a16:creationId xmlns:a16="http://schemas.microsoft.com/office/drawing/2014/main" id="{BDA2F381-B235-4BBB-8C41-4E09764E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‫מזינים תאריך ושעת התחלה, ואז תאריך ושעת סיום. בודקים שהסיום מאוחר מההתחלה.‬</a:t>
            </a:r>
          </a:p>
        </p:txBody>
      </p:sp>
      <p:sp>
        <p:nvSpPr>
          <p:cNvPr id="6" name="native-text-162">
            <a:extLst xmlns:a="http://schemas.openxmlformats.org/drawingml/2006/main">
              <a:ext uri="{FF2B5EF4-FFF2-40B4-BE49-F238E27FC236}">
                <a16:creationId xmlns:a16="http://schemas.microsoft.com/office/drawing/2014/main" id="{6D444F6C-A6F9-4175-8509-8A28B82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 לכל היום‬</a:t>
            </a:r>
          </a:p>
        </p:txBody>
      </p:sp>
      <p:sp>
        <p:nvSpPr>
          <p:cNvPr id="7" name="native-text-163">
            <a:extLst xmlns:a="http://schemas.openxmlformats.org/drawingml/2006/main">
              <a:ext uri="{FF2B5EF4-FFF2-40B4-BE49-F238E27FC236}">
                <a16:creationId xmlns:a16="http://schemas.microsoft.com/office/drawing/2014/main" id="{5F88AB54-E29D-461C-853B-E239FBEC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‫מסמנים ״כל היום״. ממלאים תאריך התחלה ותאריך סיום בהתאם לימים הדרושים.‬</a:t>
            </a:r>
          </a:p>
        </p:txBody>
      </p:sp>
      <p:sp>
        <p:nvSpPr>
          <p:cNvPr id="8" name="native-text-164">
            <a:extLst xmlns:a="http://schemas.openxmlformats.org/drawingml/2006/main">
              <a:ext uri="{FF2B5EF4-FFF2-40B4-BE49-F238E27FC236}">
                <a16:creationId xmlns:a16="http://schemas.microsoft.com/office/drawing/2014/main" id="{17AAE654-D8B8-4A81-9870-3CE40663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‫כמה ימים‬</a:t>
            </a:r>
          </a:p>
        </p:txBody>
      </p:sp>
      <p:sp>
        <p:nvSpPr>
          <p:cNvPr id="9" name="native-text-165">
            <a:extLst xmlns:a="http://schemas.openxmlformats.org/drawingml/2006/main">
              <a:ext uri="{FF2B5EF4-FFF2-40B4-BE49-F238E27FC236}">
                <a16:creationId xmlns:a16="http://schemas.microsoft.com/office/drawing/2014/main" id="{673CFACC-A199-49B9-806F-881FE5EB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‫בחופשה או אירוע ארוך בוחרים גם את יום הסיום. האירוע יוצג בכל הימים שהוא מכסה.‬</a:t>
            </a:r>
          </a:p>
        </p:txBody>
      </p:sp>
      <p:sp>
        <p:nvSpPr>
          <p:cNvPr id="10" name="native-text-166">
            <a:extLst xmlns:a="http://schemas.openxmlformats.org/drawingml/2006/main">
              <a:ext uri="{FF2B5EF4-FFF2-40B4-BE49-F238E27FC236}">
                <a16:creationId xmlns:a16="http://schemas.microsoft.com/office/drawing/2014/main" id="{FB7F0F28-D657-4A5C-A555-7A2AE8C0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‫התאריכים והשעות במערכת מתייחסים לשעון ישראל. בדקו את המועד אחרי שמירה.‬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216D7-762A-42C8-951A-6F7C229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67">
            <a:extLst xmlns:a="http://schemas.openxmlformats.org/drawingml/2006/main">
              <a:ext uri="{FF2B5EF4-FFF2-40B4-BE49-F238E27FC236}">
                <a16:creationId xmlns:a16="http://schemas.microsoft.com/office/drawing/2014/main" id="{A7F10A09-15E9-43C1-BE54-67D9E39A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15</a:t>
            </a:r>
          </a:p>
        </p:txBody>
      </p:sp>
      <p:sp>
        <p:nvSpPr>
          <p:cNvPr id="13" name="native-text-168">
            <a:extLst xmlns:a="http://schemas.openxmlformats.org/drawingml/2006/main">
              <a:ext uri="{FF2B5EF4-FFF2-40B4-BE49-F238E27FC236}">
                <a16:creationId xmlns:a16="http://schemas.microsoft.com/office/drawing/2014/main" id="{A5ADCF7A-C208-4E33-B874-347CC6D15352}"/>
              </a:ext>
            </a:extLst>
            <a:hlinkClick xmlns:r="http://schemas.openxmlformats.org/officeDocument/2006/relationships" xmlns:a="http://schemas.openxmlformats.org/drawingml/2006/main" r:id="R3270201f721248c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336873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69">
            <a:extLst xmlns:a="http://schemas.openxmlformats.org/drawingml/2006/main">
              <a:ext uri="{FF2B5EF4-FFF2-40B4-BE49-F238E27FC236}">
                <a16:creationId xmlns:a16="http://schemas.microsoft.com/office/drawing/2014/main" id="{E3AEB17A-6281-4305-97E3-FE7EE54F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‫פגישה חוזרת‬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B50F5-5DCB-44FD-A96D-E4B7855B4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7300933d44d24"/>
          <a:stretch xmlns:a="http://schemas.openxmlformats.org/drawingml/2006/main"/>
        </p:blipFill>
        <p:spPr>
          <a:xfrm xmlns:a="http://schemas.openxmlformats.org/drawingml/2006/main">
            <a:off x="609600" y="2475057"/>
            <a:ext cx="5791200" cy="219363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70">
            <a:extLst xmlns:a="http://schemas.openxmlformats.org/drawingml/2006/main">
              <a:ext uri="{FF2B5EF4-FFF2-40B4-BE49-F238E27FC236}">
                <a16:creationId xmlns:a16="http://schemas.microsoft.com/office/drawing/2014/main" id="{042380D7-375A-4D53-8EE2-145E5D5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71">
            <a:extLst xmlns:a="http://schemas.openxmlformats.org/drawingml/2006/main">
              <a:ext uri="{FF2B5EF4-FFF2-40B4-BE49-F238E27FC236}">
                <a16:creationId xmlns:a16="http://schemas.microsoft.com/office/drawing/2014/main" id="{6EE3D1CA-E135-4204-B4BF-7826F2FD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‫בעת יצירה‬</a:t>
            </a:r>
          </a:p>
        </p:txBody>
      </p:sp>
      <p:sp>
        <p:nvSpPr>
          <p:cNvPr id="5" name="native-text-172">
            <a:extLst xmlns:a="http://schemas.openxmlformats.org/drawingml/2006/main">
              <a:ext uri="{FF2B5EF4-FFF2-40B4-BE49-F238E27FC236}">
                <a16:creationId xmlns:a16="http://schemas.microsoft.com/office/drawing/2014/main" id="{097CEEF4-EC66-4BC1-ADB7-29F22FB1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‫באירוע חדש מסוג מתאים מסמנים ״פגישה חוזרת״.‬</a:t>
            </a:r>
          </a:p>
        </p:txBody>
      </p:sp>
      <p:sp>
        <p:nvSpPr>
          <p:cNvPr id="6" name="native-text-173">
            <a:extLst xmlns:a="http://schemas.openxmlformats.org/drawingml/2006/main">
              <a:ext uri="{FF2B5EF4-FFF2-40B4-BE49-F238E27FC236}">
                <a16:creationId xmlns:a16="http://schemas.microsoft.com/office/drawing/2014/main" id="{822547CB-4D66-4DCE-8918-4E0B77AB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‫תדירות וסיום‬</a:t>
            </a:r>
          </a:p>
        </p:txBody>
      </p:sp>
      <p:sp>
        <p:nvSpPr>
          <p:cNvPr id="7" name="native-text-174">
            <a:extLst xmlns:a="http://schemas.openxmlformats.org/drawingml/2006/main">
              <a:ext uri="{FF2B5EF4-FFF2-40B4-BE49-F238E27FC236}">
                <a16:creationId xmlns:a16="http://schemas.microsoft.com/office/drawing/2014/main" id="{8E29E416-D5A2-42C5-8BB1-6A3E01AD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יומי, שבועי או חודשי ומזינים ״עד תאריך״.‬</a:t>
            </a:r>
          </a:p>
        </p:txBody>
      </p:sp>
      <p:sp>
        <p:nvSpPr>
          <p:cNvPr id="8" name="native-text-175">
            <a:extLst xmlns:a="http://schemas.openxmlformats.org/drawingml/2006/main">
              <a:ext uri="{FF2B5EF4-FFF2-40B4-BE49-F238E27FC236}">
                <a16:creationId xmlns:a16="http://schemas.microsoft.com/office/drawing/2014/main" id="{6A37C1A3-F133-42B0-B575-E2499BB8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‫אחרי שמירה‬</a:t>
            </a:r>
          </a:p>
        </p:txBody>
      </p:sp>
      <p:sp>
        <p:nvSpPr>
          <p:cNvPr id="9" name="native-text-176">
            <a:extLst xmlns:a="http://schemas.openxmlformats.org/drawingml/2006/main">
              <a:ext uri="{FF2B5EF4-FFF2-40B4-BE49-F238E27FC236}">
                <a16:creationId xmlns:a16="http://schemas.microsoft.com/office/drawing/2014/main" id="{F46B205D-B2FC-40E2-9320-233FBCD2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‫נוצרים מופעים נפרדים ביומן, עד ‪52‬ מופעים. פותחים את המופע שרוצים לשנות.‬</a:t>
            </a:r>
          </a:p>
        </p:txBody>
      </p:sp>
      <p:sp>
        <p:nvSpPr>
          <p:cNvPr id="10" name="native-text-177">
            <a:extLst xmlns:a="http://schemas.openxmlformats.org/drawingml/2006/main">
              <a:ext uri="{FF2B5EF4-FFF2-40B4-BE49-F238E27FC236}">
                <a16:creationId xmlns:a16="http://schemas.microsoft.com/office/drawing/2014/main" id="{8708ADD9-E2C4-4893-B47C-01089C0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‫אין בטופס הנוכחי כפתור שמבטיח שינוי של כל הסדרה בבת אחת.‬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30022-8E7D-44CD-ABE5-38A89B5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78">
            <a:extLst xmlns:a="http://schemas.openxmlformats.org/drawingml/2006/main">
              <a:ext uri="{FF2B5EF4-FFF2-40B4-BE49-F238E27FC236}">
                <a16:creationId xmlns:a16="http://schemas.microsoft.com/office/drawing/2014/main" id="{27E1B73C-F9E7-4F78-A520-F278116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16</a:t>
            </a:r>
          </a:p>
        </p:txBody>
      </p:sp>
      <p:sp>
        <p:nvSpPr>
          <p:cNvPr id="13" name="native-text-179">
            <a:extLst xmlns:a="http://schemas.openxmlformats.org/drawingml/2006/main">
              <a:ext uri="{FF2B5EF4-FFF2-40B4-BE49-F238E27FC236}">
                <a16:creationId xmlns:a16="http://schemas.microsoft.com/office/drawing/2014/main" id="{64FF9EE1-2E28-48AA-AF54-672967D8F82A}"/>
              </a:ext>
            </a:extLst>
            <a:hlinkClick xmlns:r="http://schemas.openxmlformats.org/officeDocument/2006/relationships" xmlns:a="http://schemas.openxmlformats.org/drawingml/2006/main" r:id="Rd8f01b2962e64cc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4048907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80">
            <a:extLst xmlns:a="http://schemas.openxmlformats.org/drawingml/2006/main">
              <a:ext uri="{FF2B5EF4-FFF2-40B4-BE49-F238E27FC236}">
                <a16:creationId xmlns:a16="http://schemas.microsoft.com/office/drawing/2014/main" id="{41A1421B-B865-4D99-BF4F-B4B18186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‫מי בפגישה‬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705CA-EB9F-45B3-9EDF-E4CD77D03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da74745ad43aa"/>
          <a:stretch xmlns:a="http://schemas.openxmlformats.org/drawingml/2006/main"/>
        </p:blipFill>
        <p:spPr>
          <a:xfrm xmlns:a="http://schemas.openxmlformats.org/drawingml/2006/main">
            <a:off x="609600" y="2220595"/>
            <a:ext cx="5791200" cy="270256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81">
            <a:extLst xmlns:a="http://schemas.openxmlformats.org/drawingml/2006/main">
              <a:ext uri="{FF2B5EF4-FFF2-40B4-BE49-F238E27FC236}">
                <a16:creationId xmlns:a16="http://schemas.microsoft.com/office/drawing/2014/main" id="{0420F287-27B3-4DA8-B705-FC4A9AB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82">
            <a:extLst xmlns:a="http://schemas.openxmlformats.org/drawingml/2006/main">
              <a:ext uri="{FF2B5EF4-FFF2-40B4-BE49-F238E27FC236}">
                <a16:creationId xmlns:a16="http://schemas.microsoft.com/office/drawing/2014/main" id="{4A84A1A2-8C17-4888-9B98-4F1C7A8E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מנהל‬</a:t>
            </a:r>
          </a:p>
        </p:txBody>
      </p:sp>
      <p:sp>
        <p:nvSpPr>
          <p:cNvPr id="5" name="native-text-183">
            <a:extLst xmlns:a="http://schemas.openxmlformats.org/drawingml/2006/main">
              <a:ext uri="{FF2B5EF4-FFF2-40B4-BE49-F238E27FC236}">
                <a16:creationId xmlns:a16="http://schemas.microsoft.com/office/drawing/2014/main" id="{1F12B698-C9C9-4C50-BD10-012988A5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9269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‫בשדה ״מי בפגישה?״ בוחרים עורך דין או מנהל מהרשימה.‬</a:t>
            </a:r>
          </a:p>
        </p:txBody>
      </p:sp>
      <p:sp>
        <p:nvSpPr>
          <p:cNvPr id="6" name="native-text-184">
            <a:extLst xmlns:a="http://schemas.openxmlformats.org/drawingml/2006/main">
              <a:ext uri="{FF2B5EF4-FFF2-40B4-BE49-F238E27FC236}">
                <a16:creationId xmlns:a16="http://schemas.microsoft.com/office/drawing/2014/main" id="{F9CE95B6-A4D6-4B1F-835F-A7D9BFEC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55094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‫יותר מאחד‬</a:t>
            </a:r>
          </a:p>
        </p:txBody>
      </p:sp>
      <p:sp>
        <p:nvSpPr>
          <p:cNvPr id="7" name="native-text-185">
            <a:extLst xmlns:a="http://schemas.openxmlformats.org/drawingml/2006/main">
              <a:ext uri="{FF2B5EF4-FFF2-40B4-BE49-F238E27FC236}">
                <a16:creationId xmlns:a16="http://schemas.microsoft.com/office/drawing/2014/main" id="{D1C0B812-77CC-48E0-ADBD-1DC6EA00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3238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‫מוסיפים את כל המנהלים שמשתתפים בפגישה. סימן ההסרה מסיר אדם מהרשימה לפני שמירה.‬</a:t>
            </a:r>
          </a:p>
        </p:txBody>
      </p:sp>
      <p:sp>
        <p:nvSpPr>
          <p:cNvPr id="8" name="native-text-186">
            <a:extLst xmlns:a="http://schemas.openxmlformats.org/drawingml/2006/main">
              <a:ext uri="{FF2B5EF4-FFF2-40B4-BE49-F238E27FC236}">
                <a16:creationId xmlns:a16="http://schemas.microsoft.com/office/drawing/2014/main" id="{3B1F33C1-7815-4FD5-8F69-05829467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9063"/>
            <a:ext cx="4781550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‫היומן שלי‬</a:t>
            </a:r>
          </a:p>
        </p:txBody>
      </p:sp>
      <p:sp>
        <p:nvSpPr>
          <p:cNvPr id="9" name="native-text-187">
            <a:extLst xmlns:a="http://schemas.openxmlformats.org/drawingml/2006/main">
              <a:ext uri="{FF2B5EF4-FFF2-40B4-BE49-F238E27FC236}">
                <a16:creationId xmlns:a16="http://schemas.microsoft.com/office/drawing/2014/main" id="{C3CCB172-FBD2-42DD-8C0A-717CF5B2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7206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‫האירוע מופיע ביומן האישי של המנהלים המשויכים. יוצר האירוע אינו מתווסף במקום מי שנבחר.‬</a:t>
            </a:r>
          </a:p>
        </p:txBody>
      </p:sp>
      <p:sp>
        <p:nvSpPr>
          <p:cNvPr id="10" name="native-text-188">
            <a:extLst xmlns:a="http://schemas.openxmlformats.org/drawingml/2006/main">
              <a:ext uri="{FF2B5EF4-FFF2-40B4-BE49-F238E27FC236}">
                <a16:creationId xmlns:a16="http://schemas.microsoft.com/office/drawing/2014/main" id="{66DFF474-3B78-44F8-BFDD-34B45191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‫אם קיבלתם הודעה שהאירוע נשמר ביומן המשרד בלבד, הוסיפו את עצמכם למשתתפים לפי הצורך.‬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E04F8-3864-4539-BE06-0D891045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189">
            <a:extLst xmlns:a="http://schemas.openxmlformats.org/drawingml/2006/main">
              <a:ext uri="{FF2B5EF4-FFF2-40B4-BE49-F238E27FC236}">
                <a16:creationId xmlns:a16="http://schemas.microsoft.com/office/drawing/2014/main" id="{68F155B2-70BA-469F-AB10-7015A9A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17</a:t>
            </a:r>
          </a:p>
        </p:txBody>
      </p:sp>
      <p:sp>
        <p:nvSpPr>
          <p:cNvPr id="13" name="native-text-190">
            <a:extLst xmlns:a="http://schemas.openxmlformats.org/drawingml/2006/main">
              <a:ext uri="{FF2B5EF4-FFF2-40B4-BE49-F238E27FC236}">
                <a16:creationId xmlns:a16="http://schemas.microsoft.com/office/drawing/2014/main" id="{D4ABA10A-4131-477B-A95B-088501759EFB}"/>
              </a:ext>
            </a:extLst>
            <a:hlinkClick xmlns:r="http://schemas.openxmlformats.org/officeDocument/2006/relationships" xmlns:a="http://schemas.openxmlformats.org/drawingml/2006/main" r:id="Re57943ebc0d7429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8402080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191">
            <a:extLst xmlns:a="http://schemas.openxmlformats.org/drawingml/2006/main">
              <a:ext uri="{FF2B5EF4-FFF2-40B4-BE49-F238E27FC236}">
                <a16:creationId xmlns:a16="http://schemas.microsoft.com/office/drawing/2014/main" id="{0FDA1BFD-A2AE-40EF-9777-B2E4A605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‫לקוחות קיימים ולקוחות פוטנציאליים‬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F03D1-CDC4-40A8-B2F8-E7AE7636EA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1c62bf2734482"/>
          <a:stretch xmlns:a="http://schemas.openxmlformats.org/drawingml/2006/main"/>
        </p:blipFill>
        <p:spPr>
          <a:xfrm xmlns:a="http://schemas.openxmlformats.org/drawingml/2006/main">
            <a:off x="609600" y="1408950"/>
            <a:ext cx="5791200" cy="4325851"/>
          </a:xfrm>
          <a:prstGeom xmlns:a="http://schemas.openxmlformats.org/drawingml/2006/main" prst="rect">
            <a:avLst/>
          </a:prstGeom>
        </p:spPr>
      </p:pic>
      <p:sp>
        <p:nvSpPr>
          <p:cNvPr id="3" name="native-text-192">
            <a:extLst xmlns:a="http://schemas.openxmlformats.org/drawingml/2006/main">
              <a:ext uri="{FF2B5EF4-FFF2-40B4-BE49-F238E27FC236}">
                <a16:creationId xmlns:a16="http://schemas.microsoft.com/office/drawing/2014/main" id="{93FD6C96-79ED-4961-8C01-91637F20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193">
            <a:extLst xmlns:a="http://schemas.openxmlformats.org/drawingml/2006/main">
              <a:ext uri="{FF2B5EF4-FFF2-40B4-BE49-F238E27FC236}">
                <a16:creationId xmlns:a16="http://schemas.microsoft.com/office/drawing/2014/main" id="{788E1FEB-D837-42A8-92F2-812D3220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‫לקוח קיים‬</a:t>
            </a:r>
          </a:p>
        </p:txBody>
      </p:sp>
      <p:sp>
        <p:nvSpPr>
          <p:cNvPr id="5" name="native-text-194">
            <a:extLst xmlns:a="http://schemas.openxmlformats.org/drawingml/2006/main">
              <a:ext uri="{FF2B5EF4-FFF2-40B4-BE49-F238E27FC236}">
                <a16:creationId xmlns:a16="http://schemas.microsoft.com/office/drawing/2014/main" id="{EE30FC3A-96CB-4D61-BFCD-642F398D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״הוסף לקוח״ ומחפשים לקוח שנמצא במערכת. אפשר לבחור כמה לקוחות.‬</a:t>
            </a:r>
          </a:p>
        </p:txBody>
      </p:sp>
      <p:sp>
        <p:nvSpPr>
          <p:cNvPr id="6" name="native-text-195">
            <a:extLst xmlns:a="http://schemas.openxmlformats.org/drawingml/2006/main">
              <a:ext uri="{FF2B5EF4-FFF2-40B4-BE49-F238E27FC236}">
                <a16:creationId xmlns:a16="http://schemas.microsoft.com/office/drawing/2014/main" id="{DD2713CB-DD31-4939-A789-EF67FD2F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‫לקוח חדש למשרד‬</a:t>
            </a:r>
          </a:p>
        </p:txBody>
      </p:sp>
      <p:sp>
        <p:nvSpPr>
          <p:cNvPr id="7" name="native-text-196">
            <a:extLst xmlns:a="http://schemas.openxmlformats.org/drawingml/2006/main">
              <a:ext uri="{FF2B5EF4-FFF2-40B4-BE49-F238E27FC236}">
                <a16:creationId xmlns:a16="http://schemas.microsoft.com/office/drawing/2014/main" id="{5E7762CF-812C-41B5-99D0-86B4125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‫״הוסף לקוח פוטנציאלי״ מאפשר למלא שם, טלפון ודוא״ל בלי ליצור מיד לקוח קבוע.‬</a:t>
            </a:r>
          </a:p>
        </p:txBody>
      </p:sp>
      <p:sp>
        <p:nvSpPr>
          <p:cNvPr id="8" name="native-text-197">
            <a:extLst xmlns:a="http://schemas.openxmlformats.org/drawingml/2006/main">
              <a:ext uri="{FF2B5EF4-FFF2-40B4-BE49-F238E27FC236}">
                <a16:creationId xmlns:a16="http://schemas.microsoft.com/office/drawing/2014/main" id="{541CF64C-35BA-4227-B9E8-7D371FF9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‫בדיקת הפרטים‬</a:t>
            </a:r>
          </a:p>
        </p:txBody>
      </p:sp>
      <p:sp>
        <p:nvSpPr>
          <p:cNvPr id="9" name="native-text-198">
            <a:extLst xmlns:a="http://schemas.openxmlformats.org/drawingml/2006/main">
              <a:ext uri="{FF2B5EF4-FFF2-40B4-BE49-F238E27FC236}">
                <a16:creationId xmlns:a16="http://schemas.microsoft.com/office/drawing/2014/main" id="{2F97E01D-DDCB-4290-89CB-55B1FF6D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‫בודקים את פרטי הקשר של כל אדם ואת מי שרוצים להזמין או לתזכר.‬</a:t>
            </a:r>
          </a:p>
        </p:txBody>
      </p:sp>
      <p:sp>
        <p:nvSpPr>
          <p:cNvPr id="10" name="native-text-199">
            <a:extLst xmlns:a="http://schemas.openxmlformats.org/drawingml/2006/main">
              <a:ext uri="{FF2B5EF4-FFF2-40B4-BE49-F238E27FC236}">
                <a16:creationId xmlns:a16="http://schemas.microsoft.com/office/drawing/2014/main" id="{FEC023AD-45CC-4DCB-8879-8A7B5945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‫לקוח פוטנציאלי יכול להשתתף לצד לקוחות קיימים. האפשרות להפוך אותו ללקוח מופיעה בהמשך לפי מצב האירוע.‬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861F7-07EC-4884-B713-B8B15795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00">
            <a:extLst xmlns:a="http://schemas.openxmlformats.org/drawingml/2006/main">
              <a:ext uri="{FF2B5EF4-FFF2-40B4-BE49-F238E27FC236}">
                <a16:creationId xmlns:a16="http://schemas.microsoft.com/office/drawing/2014/main" id="{33B79C77-75DF-4798-AFF0-F2A3F9E9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18</a:t>
            </a:r>
          </a:p>
        </p:txBody>
      </p:sp>
      <p:sp>
        <p:nvSpPr>
          <p:cNvPr id="13" name="native-text-201">
            <a:extLst xmlns:a="http://schemas.openxmlformats.org/drawingml/2006/main">
              <a:ext uri="{FF2B5EF4-FFF2-40B4-BE49-F238E27FC236}">
                <a16:creationId xmlns:a16="http://schemas.microsoft.com/office/drawing/2014/main" id="{225B8EBD-741E-448D-A71D-CBA706C81C88}"/>
              </a:ext>
            </a:extLst>
            <a:hlinkClick xmlns:r="http://schemas.openxmlformats.org/officeDocument/2006/relationships" xmlns:a="http://schemas.openxmlformats.org/drawingml/2006/main" r:id="Ra9ca3a682e904e1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8528029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02">
            <a:extLst xmlns:a="http://schemas.openxmlformats.org/drawingml/2006/main">
              <a:ext uri="{FF2B5EF4-FFF2-40B4-BE49-F238E27FC236}">
                <a16:creationId xmlns:a16="http://schemas.microsoft.com/office/drawing/2014/main" id="{35BF2E29-82DC-4748-82BC-2EAEE6C6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‫קישור תיק ופתיחת תיק ללקוח‬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864B6-AC11-4EE2-A3DC-E976A85C49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03f24464d43df"/>
          <a:stretch xmlns:a="http://schemas.openxmlformats.org/drawingml/2006/main"/>
        </p:blipFill>
        <p:spPr>
          <a:xfrm xmlns:a="http://schemas.openxmlformats.org/drawingml/2006/main">
            <a:off x="609600" y="2865524"/>
            <a:ext cx="5791200" cy="1412702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03">
            <a:extLst xmlns:a="http://schemas.openxmlformats.org/drawingml/2006/main">
              <a:ext uri="{FF2B5EF4-FFF2-40B4-BE49-F238E27FC236}">
                <a16:creationId xmlns:a16="http://schemas.microsoft.com/office/drawing/2014/main" id="{C45F9C50-A236-4CC7-8621-54AD923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04">
            <a:extLst xmlns:a="http://schemas.openxmlformats.org/drawingml/2006/main">
              <a:ext uri="{FF2B5EF4-FFF2-40B4-BE49-F238E27FC236}">
                <a16:creationId xmlns:a16="http://schemas.microsoft.com/office/drawing/2014/main" id="{FB3BD3FF-88AA-43BB-9A6B-8B5437F1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‫קישור לתיק‬</a:t>
            </a:r>
          </a:p>
        </p:txBody>
      </p:sp>
      <p:sp>
        <p:nvSpPr>
          <p:cNvPr id="5" name="native-text-205">
            <a:extLst xmlns:a="http://schemas.openxmlformats.org/drawingml/2006/main">
              <a:ext uri="{FF2B5EF4-FFF2-40B4-BE49-F238E27FC236}">
                <a16:creationId xmlns:a16="http://schemas.microsoft.com/office/drawing/2014/main" id="{9B3EBCC0-82FE-491A-90E9-085F9204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‫אחרי בחירת לקוח, בוחרים תיק פעיל באזור ״קישור לתיק קיים של הלקוח״.‬</a:t>
            </a:r>
          </a:p>
        </p:txBody>
      </p:sp>
      <p:sp>
        <p:nvSpPr>
          <p:cNvPr id="6" name="native-text-206">
            <a:extLst xmlns:a="http://schemas.openxmlformats.org/drawingml/2006/main">
              <a:ext uri="{FF2B5EF4-FFF2-40B4-BE49-F238E27FC236}">
                <a16:creationId xmlns:a16="http://schemas.microsoft.com/office/drawing/2014/main" id="{2C6CC4F7-0AEF-4CA2-9518-6ED2B9BC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‫ניתוק‬</a:t>
            </a:r>
          </a:p>
        </p:txBody>
      </p:sp>
      <p:sp>
        <p:nvSpPr>
          <p:cNvPr id="7" name="native-text-207">
            <a:extLst xmlns:a="http://schemas.openxmlformats.org/drawingml/2006/main">
              <a:ext uri="{FF2B5EF4-FFF2-40B4-BE49-F238E27FC236}">
                <a16:creationId xmlns:a16="http://schemas.microsoft.com/office/drawing/2014/main" id="{D429329E-C3C1-4418-9F95-BE9A5474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‫״ניתוק קישור״ מסיר את הקישור לאותו תיק. הוא אינו מוחק את התיק.‬</a:t>
            </a:r>
          </a:p>
        </p:txBody>
      </p:sp>
      <p:sp>
        <p:nvSpPr>
          <p:cNvPr id="8" name="native-text-208">
            <a:extLst xmlns:a="http://schemas.openxmlformats.org/drawingml/2006/main">
              <a:ext uri="{FF2B5EF4-FFF2-40B4-BE49-F238E27FC236}">
                <a16:creationId xmlns:a16="http://schemas.microsoft.com/office/drawing/2014/main" id="{9B4B1002-F0F5-4D32-968A-680CD46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‫לקוח פוטנציאלי‬</a:t>
            </a:r>
          </a:p>
        </p:txBody>
      </p:sp>
      <p:sp>
        <p:nvSpPr>
          <p:cNvPr id="9" name="native-text-209">
            <a:extLst xmlns:a="http://schemas.openxmlformats.org/drawingml/2006/main">
              <a:ext uri="{FF2B5EF4-FFF2-40B4-BE49-F238E27FC236}">
                <a16:creationId xmlns:a16="http://schemas.microsoft.com/office/drawing/2014/main" id="{ADE9B30E-5859-44B6-A665-96677A3D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‫באירוע שמור אפשר להשתמש בפעולת הפיכה ללקוח/פתיחת תיק כשהיא מופיעה. אם הטלפון כבר קיים, בוחרים את הלקוח מהרשימה.‬</a:t>
            </a:r>
          </a:p>
        </p:txBody>
      </p:sp>
      <p:sp>
        <p:nvSpPr>
          <p:cNvPr id="10" name="native-text-210">
            <a:extLst xmlns:a="http://schemas.openxmlformats.org/drawingml/2006/main">
              <a:ext uri="{FF2B5EF4-FFF2-40B4-BE49-F238E27FC236}">
                <a16:creationId xmlns:a16="http://schemas.microsoft.com/office/drawing/2014/main" id="{B7213600-246A-4F38-AEE4-A339B5F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‫פעולות על לקוחות ותיקים כפופות להרשאות. השלימו את פרטי התיק בטופס שנפתח.‬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C1D17-3877-49D8-80A9-2BF528B7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11">
            <a:extLst xmlns:a="http://schemas.openxmlformats.org/drawingml/2006/main">
              <a:ext uri="{FF2B5EF4-FFF2-40B4-BE49-F238E27FC236}">
                <a16:creationId xmlns:a16="http://schemas.microsoft.com/office/drawing/2014/main" id="{9E141840-AD50-4E0C-983B-402A36E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19</a:t>
            </a:r>
          </a:p>
        </p:txBody>
      </p:sp>
      <p:sp>
        <p:nvSpPr>
          <p:cNvPr id="13" name="native-text-212">
            <a:extLst xmlns:a="http://schemas.openxmlformats.org/drawingml/2006/main">
              <a:ext uri="{FF2B5EF4-FFF2-40B4-BE49-F238E27FC236}">
                <a16:creationId xmlns:a16="http://schemas.microsoft.com/office/drawing/2014/main" id="{98C9C577-1A85-45C0-92C4-BE9B46E33166}"/>
              </a:ext>
            </a:extLst>
            <a:hlinkClick xmlns:r="http://schemas.openxmlformats.org/officeDocument/2006/relationships" xmlns:a="http://schemas.openxmlformats.org/drawingml/2006/main" r:id="R8a797df95ead4bc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3743389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13">
            <a:extLst xmlns:a="http://schemas.openxmlformats.org/drawingml/2006/main">
              <a:ext uri="{FF2B5EF4-FFF2-40B4-BE49-F238E27FC236}">
                <a16:creationId xmlns:a16="http://schemas.microsoft.com/office/drawing/2014/main" id="{205BBF95-13B7-45BE-9C5B-0234E072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‫סוג הפגישה והמיקום‬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A820F-FC6D-4F20-AED0-11B5204D9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f383942fb42e6"/>
          <a:stretch xmlns:a="http://schemas.openxmlformats.org/drawingml/2006/main"/>
        </p:blipFill>
        <p:spPr>
          <a:xfrm xmlns:a="http://schemas.openxmlformats.org/drawingml/2006/main">
            <a:off x="609600" y="2843588"/>
            <a:ext cx="5791200" cy="1456575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14">
            <a:extLst xmlns:a="http://schemas.openxmlformats.org/drawingml/2006/main">
              <a:ext uri="{FF2B5EF4-FFF2-40B4-BE49-F238E27FC236}">
                <a16:creationId xmlns:a16="http://schemas.microsoft.com/office/drawing/2014/main" id="{76340979-2F51-45B7-8ECD-B7F0CD8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15">
            <a:extLst xmlns:a="http://schemas.openxmlformats.org/drawingml/2006/main">
              <a:ext uri="{FF2B5EF4-FFF2-40B4-BE49-F238E27FC236}">
                <a16:creationId xmlns:a16="http://schemas.microsoft.com/office/drawing/2014/main" id="{52F1BDC9-C837-4143-8AE8-CA9DD13E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‫פרונטלית‬</a:t>
            </a:r>
          </a:p>
        </p:txBody>
      </p:sp>
      <p:sp>
        <p:nvSpPr>
          <p:cNvPr id="5" name="native-text-216">
            <a:extLst xmlns:a="http://schemas.openxmlformats.org/drawingml/2006/main">
              <a:ext uri="{FF2B5EF4-FFF2-40B4-BE49-F238E27FC236}">
                <a16:creationId xmlns:a16="http://schemas.microsoft.com/office/drawing/2014/main" id="{939B2AB2-CA0E-44BA-B39A-B26295C5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״פרונטלי״ וממלאים את מיקום הפגישה.‬</a:t>
            </a:r>
          </a:p>
        </p:txBody>
      </p:sp>
      <p:sp>
        <p:nvSpPr>
          <p:cNvPr id="6" name="native-text-217">
            <a:extLst xmlns:a="http://schemas.openxmlformats.org/drawingml/2006/main">
              <a:ext uri="{FF2B5EF4-FFF2-40B4-BE49-F238E27FC236}">
                <a16:creationId xmlns:a16="http://schemas.microsoft.com/office/drawing/2014/main" id="{89528EE1-DAE6-4A93-95DB-73F96CC7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8774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‫טלפונית‬</a:t>
            </a:r>
          </a:p>
        </p:txBody>
      </p:sp>
      <p:sp>
        <p:nvSpPr>
          <p:cNvPr id="7" name="native-text-218">
            <a:extLst xmlns:a="http://schemas.openxmlformats.org/drawingml/2006/main">
              <a:ext uri="{FF2B5EF4-FFF2-40B4-BE49-F238E27FC236}">
                <a16:creationId xmlns:a16="http://schemas.microsoft.com/office/drawing/2014/main" id="{78A80B51-ABDE-4F82-B3DB-2D5E503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8633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״טלפוני״. הודעות הפגישה אינן אמורות לכלול הוראות הגעה למקום.‬</a:t>
            </a:r>
          </a:p>
        </p:txBody>
      </p:sp>
      <p:sp>
        <p:nvSpPr>
          <p:cNvPr id="8" name="native-text-219">
            <a:extLst xmlns:a="http://schemas.openxmlformats.org/drawingml/2006/main">
              <a:ext uri="{FF2B5EF4-FFF2-40B4-BE49-F238E27FC236}">
                <a16:creationId xmlns:a16="http://schemas.microsoft.com/office/drawing/2014/main" id="{D8244C4E-71AB-49B7-B7E2-FAEBC26E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‫זום‬</a:t>
            </a:r>
          </a:p>
        </p:txBody>
      </p:sp>
      <p:sp>
        <p:nvSpPr>
          <p:cNvPr id="9" name="native-text-220">
            <a:extLst xmlns:a="http://schemas.openxmlformats.org/drawingml/2006/main">
              <a:ext uri="{FF2B5EF4-FFF2-40B4-BE49-F238E27FC236}">
                <a16:creationId xmlns:a16="http://schemas.microsoft.com/office/drawing/2014/main" id="{C61A2D10-D943-4385-B622-441B824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102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״זום״ וממלאים את הקישור בשדה המתאים. התצוגה המקדימה מציגה קישור לפגישה.‬</a:t>
            </a:r>
          </a:p>
        </p:txBody>
      </p:sp>
      <p:sp>
        <p:nvSpPr>
          <p:cNvPr id="10" name="native-text-221">
            <a:extLst xmlns:a="http://schemas.openxmlformats.org/drawingml/2006/main">
              <a:ext uri="{FF2B5EF4-FFF2-40B4-BE49-F238E27FC236}">
                <a16:creationId xmlns:a16="http://schemas.microsoft.com/office/drawing/2014/main" id="{DBC0E39F-40B8-4095-8DD6-6F6F6B7E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‫בדקו מיקום או קישור בתצוגה המקדימה, במיוחד אחרי שינוי סוג הפגישה.‬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BF1A8-3E73-46D6-8CA6-95746EF3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22">
            <a:extLst xmlns:a="http://schemas.openxmlformats.org/drawingml/2006/main">
              <a:ext uri="{FF2B5EF4-FFF2-40B4-BE49-F238E27FC236}">
                <a16:creationId xmlns:a16="http://schemas.microsoft.com/office/drawing/2014/main" id="{8FF2A362-9564-4423-8E77-7FCF136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20</a:t>
            </a:r>
          </a:p>
        </p:txBody>
      </p:sp>
      <p:sp>
        <p:nvSpPr>
          <p:cNvPr id="13" name="native-text-223">
            <a:extLst xmlns:a="http://schemas.openxmlformats.org/drawingml/2006/main">
              <a:ext uri="{FF2B5EF4-FFF2-40B4-BE49-F238E27FC236}">
                <a16:creationId xmlns:a16="http://schemas.microsoft.com/office/drawing/2014/main" id="{100B129B-DDD8-4525-94B3-06546BC48E45}"/>
              </a:ext>
            </a:extLst>
            <a:hlinkClick xmlns:r="http://schemas.openxmlformats.org/officeDocument/2006/relationships" xmlns:a="http://schemas.openxmlformats.org/drawingml/2006/main" r:id="R2104d7e8f2b4417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6658487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24">
            <a:extLst xmlns:a="http://schemas.openxmlformats.org/drawingml/2006/main">
              <a:ext uri="{FF2B5EF4-FFF2-40B4-BE49-F238E27FC236}">
                <a16:creationId xmlns:a16="http://schemas.microsoft.com/office/drawing/2014/main" id="{04125C45-C155-4A52-ABFA-29D8C82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‫צבע, תיאור ומי עדכן‬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70B01-1E0E-42D8-8DBC-AD3DFB0BF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c404dee164e9c"/>
          <a:stretch xmlns:a="http://schemas.openxmlformats.org/drawingml/2006/main"/>
        </p:blipFill>
        <p:spPr>
          <a:xfrm xmlns:a="http://schemas.openxmlformats.org/drawingml/2006/main">
            <a:off x="609600" y="2431184"/>
            <a:ext cx="5791200" cy="2281382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25">
            <a:extLst xmlns:a="http://schemas.openxmlformats.org/drawingml/2006/main">
              <a:ext uri="{FF2B5EF4-FFF2-40B4-BE49-F238E27FC236}">
                <a16:creationId xmlns:a16="http://schemas.microsoft.com/office/drawing/2014/main" id="{AD2B870C-3394-4BDC-A77B-8A613690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26">
            <a:extLst xmlns:a="http://schemas.openxmlformats.org/drawingml/2006/main">
              <a:ext uri="{FF2B5EF4-FFF2-40B4-BE49-F238E27FC236}">
                <a16:creationId xmlns:a16="http://schemas.microsoft.com/office/drawing/2014/main" id="{1BDB2D84-AF86-4E59-A245-DF1571A6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‫צבע האירוע‬</a:t>
            </a:r>
          </a:p>
        </p:txBody>
      </p:sp>
      <p:sp>
        <p:nvSpPr>
          <p:cNvPr id="5" name="native-text-227">
            <a:extLst xmlns:a="http://schemas.openxmlformats.org/drawingml/2006/main">
              <a:ext uri="{FF2B5EF4-FFF2-40B4-BE49-F238E27FC236}">
                <a16:creationId xmlns:a16="http://schemas.microsoft.com/office/drawing/2014/main" id="{3292B57D-9EA9-42FC-8B09-20C3591E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צבע מתוך הצבעים שבטופס. צבעי חופשה וחג מנוהלים בנפרד.‬</a:t>
            </a:r>
          </a:p>
        </p:txBody>
      </p:sp>
      <p:sp>
        <p:nvSpPr>
          <p:cNvPr id="6" name="native-text-228">
            <a:extLst xmlns:a="http://schemas.openxmlformats.org/drawingml/2006/main">
              <a:ext uri="{FF2B5EF4-FFF2-40B4-BE49-F238E27FC236}">
                <a16:creationId xmlns:a16="http://schemas.microsoft.com/office/drawing/2014/main" id="{F03B3822-FFEC-4651-85BA-6715DD16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‫תיאור‬</a:t>
            </a:r>
          </a:p>
        </p:txBody>
      </p:sp>
      <p:sp>
        <p:nvSpPr>
          <p:cNvPr id="7" name="native-text-229">
            <a:extLst xmlns:a="http://schemas.openxmlformats.org/drawingml/2006/main">
              <a:ext uri="{FF2B5EF4-FFF2-40B4-BE49-F238E27FC236}">
                <a16:creationId xmlns:a16="http://schemas.microsoft.com/office/drawing/2014/main" id="{8C7FAF1D-C681-4FE3-B80B-93C23C7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‫בשדה ״תיאור״ כותבים את המידע שצריך לקרוא לפני הפגישה. הטקסט המלא נשמר גם אם הכרטיס מקוצר.‬</a:t>
            </a:r>
          </a:p>
        </p:txBody>
      </p:sp>
      <p:sp>
        <p:nvSpPr>
          <p:cNvPr id="8" name="native-text-230">
            <a:extLst xmlns:a="http://schemas.openxmlformats.org/drawingml/2006/main">
              <a:ext uri="{FF2B5EF4-FFF2-40B4-BE49-F238E27FC236}">
                <a16:creationId xmlns:a16="http://schemas.microsoft.com/office/drawing/2014/main" id="{BBE5F024-5ADD-4BEE-BC48-2E647DC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‫רישום הפעולות‬</a:t>
            </a:r>
          </a:p>
        </p:txBody>
      </p:sp>
      <p:sp>
        <p:nvSpPr>
          <p:cNvPr id="9" name="native-text-231">
            <a:extLst xmlns:a="http://schemas.openxmlformats.org/drawingml/2006/main">
              <a:ext uri="{FF2B5EF4-FFF2-40B4-BE49-F238E27FC236}">
                <a16:creationId xmlns:a16="http://schemas.microsoft.com/office/drawing/2014/main" id="{1FD14D37-D9FF-4A0D-B01C-A117DAEB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‫באירוע קיים מוצג מי יצר אותו ומי עדכן, בהתאם למידע הזמין.‬</a:t>
            </a:r>
          </a:p>
        </p:txBody>
      </p:sp>
      <p:sp>
        <p:nvSpPr>
          <p:cNvPr id="10" name="native-text-232">
            <a:extLst xmlns:a="http://schemas.openxmlformats.org/drawingml/2006/main">
              <a:ext uri="{FF2B5EF4-FFF2-40B4-BE49-F238E27FC236}">
                <a16:creationId xmlns:a16="http://schemas.microsoft.com/office/drawing/2014/main" id="{8B3A755C-9256-48EA-98D6-1589EC78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‫התראת התנגשות צבעים עוזרת להבחין בין אירועים חופפים. צבע אינו מחליף בדיקת השעה והמשתתפים.‬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88FAB-1B88-4760-82D4-97F2D985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33">
            <a:extLst xmlns:a="http://schemas.openxmlformats.org/drawingml/2006/main">
              <a:ext uri="{FF2B5EF4-FFF2-40B4-BE49-F238E27FC236}">
                <a16:creationId xmlns:a16="http://schemas.microsoft.com/office/drawing/2014/main" id="{10C214A7-4C00-4F7F-9FB7-A23FFFE3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21</a:t>
            </a:r>
          </a:p>
        </p:txBody>
      </p:sp>
      <p:sp>
        <p:nvSpPr>
          <p:cNvPr id="13" name="native-text-234">
            <a:extLst xmlns:a="http://schemas.openxmlformats.org/drawingml/2006/main">
              <a:ext uri="{FF2B5EF4-FFF2-40B4-BE49-F238E27FC236}">
                <a16:creationId xmlns:a16="http://schemas.microsoft.com/office/drawing/2014/main" id="{7E6762D5-BA9A-4DAF-874F-A031AF297BCD}"/>
              </a:ext>
            </a:extLst>
            <a:hlinkClick xmlns:r="http://schemas.openxmlformats.org/officeDocument/2006/relationships" xmlns:a="http://schemas.openxmlformats.org/drawingml/2006/main" r:id="R6f69aa4fccab43f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6299092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35">
            <a:extLst xmlns:a="http://schemas.openxmlformats.org/drawingml/2006/main">
              <a:ext uri="{FF2B5EF4-FFF2-40B4-BE49-F238E27FC236}">
                <a16:creationId xmlns:a16="http://schemas.microsoft.com/office/drawing/2014/main" id="{D596E608-70A5-4DD9-AEEA-30F0ADF7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‫את מי לתזכר‬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A79BD-97C3-4D5A-9142-D82A5CC1B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2b890a40e4b4e"/>
          <a:stretch xmlns:a="http://schemas.openxmlformats.org/drawingml/2006/main"/>
        </p:blipFill>
        <p:spPr>
          <a:xfrm xmlns:a="http://schemas.openxmlformats.org/drawingml/2006/main">
            <a:off x="609600" y="1408950"/>
            <a:ext cx="5791200" cy="4325851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36">
            <a:extLst xmlns:a="http://schemas.openxmlformats.org/drawingml/2006/main">
              <a:ext uri="{FF2B5EF4-FFF2-40B4-BE49-F238E27FC236}">
                <a16:creationId xmlns:a16="http://schemas.microsoft.com/office/drawing/2014/main" id="{B4F90DA7-FFB0-4B42-8C10-2C1E5BA2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37">
            <a:extLst xmlns:a="http://schemas.openxmlformats.org/drawingml/2006/main">
              <a:ext uri="{FF2B5EF4-FFF2-40B4-BE49-F238E27FC236}">
                <a16:creationId xmlns:a16="http://schemas.microsoft.com/office/drawing/2014/main" id="{392A7E19-F541-4555-91E1-A6C68278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‫עורך הדין‬</a:t>
            </a:r>
          </a:p>
        </p:txBody>
      </p:sp>
      <p:sp>
        <p:nvSpPr>
          <p:cNvPr id="5" name="native-text-238">
            <a:extLst xmlns:a="http://schemas.openxmlformats.org/drawingml/2006/main">
              <a:ext uri="{FF2B5EF4-FFF2-40B4-BE49-F238E27FC236}">
                <a16:creationId xmlns:a16="http://schemas.microsoft.com/office/drawing/2014/main" id="{1DC7127E-3B4A-4D11-8B9C-6DD83B8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‫באזור ״תזכורות לעורך דין״ בוחרים את מועדי התזכורות למנהלים המשויכים.‬</a:t>
            </a:r>
          </a:p>
        </p:txBody>
      </p:sp>
      <p:sp>
        <p:nvSpPr>
          <p:cNvPr id="6" name="native-text-239">
            <a:extLst xmlns:a="http://schemas.openxmlformats.org/drawingml/2006/main">
              <a:ext uri="{FF2B5EF4-FFF2-40B4-BE49-F238E27FC236}">
                <a16:creationId xmlns:a16="http://schemas.microsoft.com/office/drawing/2014/main" id="{69B6EF0D-BF03-4E43-B4D3-0CA41DAC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0813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‫הלקוח‬</a:t>
            </a:r>
          </a:p>
        </p:txBody>
      </p:sp>
      <p:sp>
        <p:nvSpPr>
          <p:cNvPr id="7" name="native-text-240">
            <a:extLst xmlns:a="http://schemas.openxmlformats.org/drawingml/2006/main">
              <a:ext uri="{FF2B5EF4-FFF2-40B4-BE49-F238E27FC236}">
                <a16:creationId xmlns:a16="http://schemas.microsoft.com/office/drawing/2014/main" id="{D2A08D31-CB94-4C8E-BF40-86817519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90672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‫באזור ״תזכורות ללקוח״ בוחרים את המועדים ללקוחות. האזור מופיע כשיש נמען מתאים.‬</a:t>
            </a:r>
          </a:p>
        </p:txBody>
      </p:sp>
      <p:sp>
        <p:nvSpPr>
          <p:cNvPr id="8" name="native-text-241">
            <a:extLst xmlns:a="http://schemas.openxmlformats.org/drawingml/2006/main">
              <a:ext uri="{FF2B5EF4-FFF2-40B4-BE49-F238E27FC236}">
                <a16:creationId xmlns:a16="http://schemas.microsoft.com/office/drawing/2014/main" id="{88BE59B4-D4E1-4359-A9C1-9BC9B4E5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‫יעדי השליחה‬</a:t>
            </a:r>
          </a:p>
        </p:txBody>
      </p:sp>
      <p:sp>
        <p:nvSpPr>
          <p:cNvPr id="9" name="native-text-242">
            <a:extLst xmlns:a="http://schemas.openxmlformats.org/drawingml/2006/main">
              <a:ext uri="{FF2B5EF4-FFF2-40B4-BE49-F238E27FC236}">
                <a16:creationId xmlns:a16="http://schemas.microsoft.com/office/drawing/2014/main" id="{7B02598C-88AD-4827-A2B4-14D6D464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360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‫כשמופיע ״למי לשלוח את התזכורת״ בוחרים לקוח, עורך דין/מנהל או שניהם.‬</a:t>
            </a:r>
          </a:p>
        </p:txBody>
      </p:sp>
      <p:sp>
        <p:nvSpPr>
          <p:cNvPr id="10" name="native-text-243">
            <a:extLst xmlns:a="http://schemas.openxmlformats.org/drawingml/2006/main">
              <a:ext uri="{FF2B5EF4-FFF2-40B4-BE49-F238E27FC236}">
                <a16:creationId xmlns:a16="http://schemas.microsoft.com/office/drawing/2014/main" id="{5C73F1B4-54EB-4CBD-B6D8-170E6DE3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‫מועדי התזכורות למנהלים וללקוחות נפרדים. בדקו את שתי הרשימות לפני שמירה.‬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1DF11-6714-42E3-835D-98B52138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44">
            <a:extLst xmlns:a="http://schemas.openxmlformats.org/drawingml/2006/main">
              <a:ext uri="{FF2B5EF4-FFF2-40B4-BE49-F238E27FC236}">
                <a16:creationId xmlns:a16="http://schemas.microsoft.com/office/drawing/2014/main" id="{E67A78EF-8389-4973-A598-A94A45A5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22</a:t>
            </a:r>
          </a:p>
        </p:txBody>
      </p:sp>
      <p:sp>
        <p:nvSpPr>
          <p:cNvPr id="13" name="native-text-245">
            <a:extLst xmlns:a="http://schemas.openxmlformats.org/drawingml/2006/main">
              <a:ext uri="{FF2B5EF4-FFF2-40B4-BE49-F238E27FC236}">
                <a16:creationId xmlns:a16="http://schemas.microsoft.com/office/drawing/2014/main" id="{20743F74-41C4-4940-BE55-FE3B216194B4}"/>
              </a:ext>
            </a:extLst>
            <a:hlinkClick xmlns:r="http://schemas.openxmlformats.org/officeDocument/2006/relationships" xmlns:a="http://schemas.openxmlformats.org/drawingml/2006/main" r:id="Ra774c6479d58407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3683624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46">
            <a:extLst xmlns:a="http://schemas.openxmlformats.org/drawingml/2006/main">
              <a:ext uri="{FF2B5EF4-FFF2-40B4-BE49-F238E27FC236}">
                <a16:creationId xmlns:a16="http://schemas.microsoft.com/office/drawing/2014/main" id="{72148E7A-B5B3-42A6-AD41-8037F0E3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‫מתי ואיך לשלוח תזכורות‬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B82E2-3BEB-4236-9C2F-2D8BE906E1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911ab65c94aba"/>
          <a:stretch xmlns:a="http://schemas.openxmlformats.org/drawingml/2006/main"/>
        </p:blipFill>
        <p:spPr>
          <a:xfrm xmlns:a="http://schemas.openxmlformats.org/drawingml/2006/main">
            <a:off x="609600" y="2185497"/>
            <a:ext cx="5791200" cy="277275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47">
            <a:extLst xmlns:a="http://schemas.openxmlformats.org/drawingml/2006/main">
              <a:ext uri="{FF2B5EF4-FFF2-40B4-BE49-F238E27FC236}">
                <a16:creationId xmlns:a16="http://schemas.microsoft.com/office/drawing/2014/main" id="{8B812FFC-B855-4982-9A82-4D1F5E6F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48">
            <a:extLst xmlns:a="http://schemas.openxmlformats.org/drawingml/2006/main">
              <a:ext uri="{FF2B5EF4-FFF2-40B4-BE49-F238E27FC236}">
                <a16:creationId xmlns:a16="http://schemas.microsoft.com/office/drawing/2014/main" id="{BA7EA4DC-6421-4FF2-A126-30FC7621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‫מועדים‬</a:t>
            </a:r>
          </a:p>
        </p:txBody>
      </p:sp>
      <p:sp>
        <p:nvSpPr>
          <p:cNvPr id="5" name="native-text-249">
            <a:extLst xmlns:a="http://schemas.openxmlformats.org/drawingml/2006/main">
              <a:ext uri="{FF2B5EF4-FFF2-40B4-BE49-F238E27FC236}">
                <a16:creationId xmlns:a16="http://schemas.microsoft.com/office/drawing/2014/main" id="{EAC3FCB6-EC2B-4512-9204-611F5AFB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‫אפשר לבחור כמה מועדים לפני האירוע: למשל יום לפני ושעה לפני. לחיצה נוספת מבטלת בחירה.‬</a:t>
            </a:r>
          </a:p>
        </p:txBody>
      </p:sp>
      <p:sp>
        <p:nvSpPr>
          <p:cNvPr id="6" name="native-text-250">
            <a:extLst xmlns:a="http://schemas.openxmlformats.org/drawingml/2006/main">
              <a:ext uri="{FF2B5EF4-FFF2-40B4-BE49-F238E27FC236}">
                <a16:creationId xmlns:a16="http://schemas.microsoft.com/office/drawing/2014/main" id="{E334555F-F9D1-46AD-BC9F-4E1EFA8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‫ערוצים‬</a:t>
            </a:r>
          </a:p>
        </p:txBody>
      </p:sp>
      <p:sp>
        <p:nvSpPr>
          <p:cNvPr id="7" name="native-text-251">
            <a:extLst xmlns:a="http://schemas.openxmlformats.org/drawingml/2006/main">
              <a:ext uri="{FF2B5EF4-FFF2-40B4-BE49-F238E27FC236}">
                <a16:creationId xmlns:a16="http://schemas.microsoft.com/office/drawing/2014/main" id="{FA53020F-7C2F-45DD-8633-EC49726F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את הערוצים הזמינים: הודעת אפליקציה, מסרון או אימייל. אם נבחר מועד, נדרש לפחות ערוץ אחד.‬</a:t>
            </a:r>
          </a:p>
        </p:txBody>
      </p:sp>
      <p:sp>
        <p:nvSpPr>
          <p:cNvPr id="8" name="native-text-252">
            <a:extLst xmlns:a="http://schemas.openxmlformats.org/drawingml/2006/main">
              <a:ext uri="{FF2B5EF4-FFF2-40B4-BE49-F238E27FC236}">
                <a16:creationId xmlns:a16="http://schemas.microsoft.com/office/drawing/2014/main" id="{3280C0E7-9583-49E4-BB14-F2A49A2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566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‫חלונות שקט‬</a:t>
            </a:r>
          </a:p>
        </p:txBody>
      </p:sp>
      <p:sp>
        <p:nvSpPr>
          <p:cNvPr id="9" name="native-text-253">
            <a:extLst xmlns:a="http://schemas.openxmlformats.org/drawingml/2006/main">
              <a:ext uri="{FF2B5EF4-FFF2-40B4-BE49-F238E27FC236}">
                <a16:creationId xmlns:a16="http://schemas.microsoft.com/office/drawing/2014/main" id="{9EED414E-26BC-4350-ACF9-33763B97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208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‫הזמנה או תזכורת מיידית עשויות להידחות בחלון השקט של המשרד. הודעה במסך תציין את המועד.‬</a:t>
            </a:r>
          </a:p>
        </p:txBody>
      </p:sp>
      <p:sp>
        <p:nvSpPr>
          <p:cNvPr id="10" name="native-text-254">
            <a:extLst xmlns:a="http://schemas.openxmlformats.org/drawingml/2006/main">
              <a:ext uri="{FF2B5EF4-FFF2-40B4-BE49-F238E27FC236}">
                <a16:creationId xmlns:a16="http://schemas.microsoft.com/office/drawing/2014/main" id="{0531284E-1355-4341-ACA7-54BA3B79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‫בלי מועדי תזכורת לא תישלח תזכורת לאירוע. האפשרויות הזמינות תלויות בהגדרות המשרד.‬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D4D47-19B9-43DE-ADA1-DCE778B3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55">
            <a:extLst xmlns:a="http://schemas.openxmlformats.org/drawingml/2006/main">
              <a:ext uri="{FF2B5EF4-FFF2-40B4-BE49-F238E27FC236}">
                <a16:creationId xmlns:a16="http://schemas.microsoft.com/office/drawing/2014/main" id="{050CD4E4-8E79-4591-8FA5-2F3BC0C6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23</a:t>
            </a:r>
          </a:p>
        </p:txBody>
      </p:sp>
      <p:sp>
        <p:nvSpPr>
          <p:cNvPr id="13" name="native-text-256">
            <a:extLst xmlns:a="http://schemas.openxmlformats.org/drawingml/2006/main">
              <a:ext uri="{FF2B5EF4-FFF2-40B4-BE49-F238E27FC236}">
                <a16:creationId xmlns:a16="http://schemas.microsoft.com/office/drawing/2014/main" id="{BF49811A-FE8E-4589-9887-C27A5E832093}"/>
              </a:ext>
            </a:extLst>
            <a:hlinkClick xmlns:r="http://schemas.openxmlformats.org/officeDocument/2006/relationships" xmlns:a="http://schemas.openxmlformats.org/drawingml/2006/main" r:id="R61b7e5c11878439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7974515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57">
            <a:extLst xmlns:a="http://schemas.openxmlformats.org/drawingml/2006/main">
              <a:ext uri="{FF2B5EF4-FFF2-40B4-BE49-F238E27FC236}">
                <a16:creationId xmlns:a16="http://schemas.microsoft.com/office/drawing/2014/main" id="{19569838-9717-47AF-AF8B-5B39836F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‫הזמנה ותזכורת הן שתי הודעות שונות‬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84EAB-A173-468B-95D3-254B3DE6D3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504813937451e"/>
          <a:stretch xmlns:a="http://schemas.openxmlformats.org/drawingml/2006/main"/>
        </p:blipFill>
        <p:spPr>
          <a:xfrm xmlns:a="http://schemas.openxmlformats.org/drawingml/2006/main">
            <a:off x="1491582" y="1276350"/>
            <a:ext cx="4027237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58">
            <a:extLst xmlns:a="http://schemas.openxmlformats.org/drawingml/2006/main">
              <a:ext uri="{FF2B5EF4-FFF2-40B4-BE49-F238E27FC236}">
                <a16:creationId xmlns:a16="http://schemas.microsoft.com/office/drawing/2014/main" id="{D2956D0A-2A42-47A5-A123-5C2F20B6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59">
            <a:extLst xmlns:a="http://schemas.openxmlformats.org/drawingml/2006/main">
              <a:ext uri="{FF2B5EF4-FFF2-40B4-BE49-F238E27FC236}">
                <a16:creationId xmlns:a16="http://schemas.microsoft.com/office/drawing/2014/main" id="{BF53E415-D964-45F8-A152-E5EFEF62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‫הזמנה לאישור הגעה‬</a:t>
            </a:r>
          </a:p>
        </p:txBody>
      </p:sp>
      <p:sp>
        <p:nvSpPr>
          <p:cNvPr id="5" name="native-text-260">
            <a:extLst xmlns:a="http://schemas.openxmlformats.org/drawingml/2006/main">
              <a:ext uri="{FF2B5EF4-FFF2-40B4-BE49-F238E27FC236}">
                <a16:creationId xmlns:a16="http://schemas.microsoft.com/office/drawing/2014/main" id="{72CD96AD-582F-4090-A0F5-8187D871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‫״הודעת אישור הגעה (‪SMS‬)״ נשלחת כשנוצרת הזמנה וכוללת קישור לאישור או דחיית ההגעה.‬</a:t>
            </a:r>
          </a:p>
        </p:txBody>
      </p:sp>
      <p:sp>
        <p:nvSpPr>
          <p:cNvPr id="6" name="native-text-261">
            <a:extLst xmlns:a="http://schemas.openxmlformats.org/drawingml/2006/main">
              <a:ext uri="{FF2B5EF4-FFF2-40B4-BE49-F238E27FC236}">
                <a16:creationId xmlns:a16="http://schemas.microsoft.com/office/drawing/2014/main" id="{A1D15EB4-789A-4588-8728-9746C491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‫תזכורת לפני הפגישה‬</a:t>
            </a:r>
          </a:p>
        </p:txBody>
      </p:sp>
      <p:sp>
        <p:nvSpPr>
          <p:cNvPr id="7" name="native-text-262">
            <a:extLst xmlns:a="http://schemas.openxmlformats.org/drawingml/2006/main">
              <a:ext uri="{FF2B5EF4-FFF2-40B4-BE49-F238E27FC236}">
                <a16:creationId xmlns:a16="http://schemas.microsoft.com/office/drawing/2014/main" id="{DB64EF84-E3B2-4A82-B436-4764548B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‫״הודעת תזכורת ללקוח (‪SMS‬)״ נשלחת לפי מועדי התזכורת שנבחרו.‬</a:t>
            </a:r>
          </a:p>
        </p:txBody>
      </p:sp>
      <p:sp>
        <p:nvSpPr>
          <p:cNvPr id="8" name="native-text-263">
            <a:extLst xmlns:a="http://schemas.openxmlformats.org/drawingml/2006/main">
              <a:ext uri="{FF2B5EF4-FFF2-40B4-BE49-F238E27FC236}">
                <a16:creationId xmlns:a16="http://schemas.microsoft.com/office/drawing/2014/main" id="{6E4B1F0D-BF94-488E-BA89-BC9D0FF4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‫הבחירה עצמאית‬</a:t>
            </a:r>
          </a:p>
        </p:txBody>
      </p:sp>
      <p:sp>
        <p:nvSpPr>
          <p:cNvPr id="9" name="native-text-264">
            <a:extLst xmlns:a="http://schemas.openxmlformats.org/drawingml/2006/main">
              <a:ext uri="{FF2B5EF4-FFF2-40B4-BE49-F238E27FC236}">
                <a16:creationId xmlns:a16="http://schemas.microsoft.com/office/drawing/2014/main" id="{09BD4657-4A03-4F0B-AE1B-2938CAA4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‫אישור או דחיית הגעה אינם מבטלים אוטומטית את התזכורות. כדי לעצור תזכורות לעדכון מבוטל משתמשים בביטול הפגישה.‬</a:t>
            </a:r>
          </a:p>
        </p:txBody>
      </p:sp>
      <p:sp>
        <p:nvSpPr>
          <p:cNvPr id="10" name="native-text-265">
            <a:extLst xmlns:a="http://schemas.openxmlformats.org/drawingml/2006/main">
              <a:ext uri="{FF2B5EF4-FFF2-40B4-BE49-F238E27FC236}">
                <a16:creationId xmlns:a16="http://schemas.microsoft.com/office/drawing/2014/main" id="{CCE6F910-132B-435E-BD01-B8D913F8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‫שינוי נוסח הודעה אינו מחליף בחירת נמענים, מועד וערוץ.‬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AEA2B-0059-4D1F-88EA-255D790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66">
            <a:extLst xmlns:a="http://schemas.openxmlformats.org/drawingml/2006/main">
              <a:ext uri="{FF2B5EF4-FFF2-40B4-BE49-F238E27FC236}">
                <a16:creationId xmlns:a16="http://schemas.microsoft.com/office/drawing/2014/main" id="{0A3E1AC1-602B-495B-A818-8EFEA1E8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24</a:t>
            </a:r>
          </a:p>
        </p:txBody>
      </p:sp>
      <p:sp>
        <p:nvSpPr>
          <p:cNvPr id="13" name="native-text-267">
            <a:extLst xmlns:a="http://schemas.openxmlformats.org/drawingml/2006/main">
              <a:ext uri="{FF2B5EF4-FFF2-40B4-BE49-F238E27FC236}">
                <a16:creationId xmlns:a16="http://schemas.microsoft.com/office/drawing/2014/main" id="{9323785F-9988-48AB-B31A-A1F9C253FF02}"/>
              </a:ext>
            </a:extLst>
            <a:hlinkClick xmlns:r="http://schemas.openxmlformats.org/officeDocument/2006/relationships" xmlns:a="http://schemas.openxmlformats.org/drawingml/2006/main" r:id="R3c544bdcb855400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0571526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68">
            <a:extLst xmlns:a="http://schemas.openxmlformats.org/drawingml/2006/main">
              <a:ext uri="{FF2B5EF4-FFF2-40B4-BE49-F238E27FC236}">
                <a16:creationId xmlns:a16="http://schemas.microsoft.com/office/drawing/2014/main" id="{1D9C7B20-9414-4258-BE85-1E6C8D60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‫עריכת הודעה והוספת משתנים‬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92D13-ED0F-4020-A4B5-8F754953D3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1325b83e24d12"/>
          <a:stretch xmlns:a="http://schemas.openxmlformats.org/drawingml/2006/main"/>
        </p:blipFill>
        <p:spPr>
          <a:xfrm xmlns:a="http://schemas.openxmlformats.org/drawingml/2006/main">
            <a:off x="950110" y="1276350"/>
            <a:ext cx="5110179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69">
            <a:extLst xmlns:a="http://schemas.openxmlformats.org/drawingml/2006/main">
              <a:ext uri="{FF2B5EF4-FFF2-40B4-BE49-F238E27FC236}">
                <a16:creationId xmlns:a16="http://schemas.microsoft.com/office/drawing/2014/main" id="{FDF6A398-8AB5-4619-8ED2-0405EB4B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70">
            <a:extLst xmlns:a="http://schemas.openxmlformats.org/drawingml/2006/main">
              <a:ext uri="{FF2B5EF4-FFF2-40B4-BE49-F238E27FC236}">
                <a16:creationId xmlns:a16="http://schemas.microsoft.com/office/drawing/2014/main" id="{DA24060F-CB38-442C-9582-EA178558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 עריכה‬</a:t>
            </a:r>
          </a:p>
        </p:txBody>
      </p:sp>
      <p:sp>
        <p:nvSpPr>
          <p:cNvPr id="5" name="native-text-271">
            <a:extLst xmlns:a="http://schemas.openxmlformats.org/drawingml/2006/main">
              <a:ext uri="{FF2B5EF4-FFF2-40B4-BE49-F238E27FC236}">
                <a16:creationId xmlns:a16="http://schemas.microsoft.com/office/drawing/2014/main" id="{80375A4F-6B4C-4AF6-B6E8-B36B89FC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״ערוך הודעה״ בכרטיס ההודעה המתאים. משנים את הטקסט בשדה שנפתח.‬</a:t>
            </a:r>
          </a:p>
        </p:txBody>
      </p:sp>
      <p:sp>
        <p:nvSpPr>
          <p:cNvPr id="6" name="native-text-272">
            <a:extLst xmlns:a="http://schemas.openxmlformats.org/drawingml/2006/main">
              <a:ext uri="{FF2B5EF4-FFF2-40B4-BE49-F238E27FC236}">
                <a16:creationId xmlns:a16="http://schemas.microsoft.com/office/drawing/2014/main" id="{8DB9D06C-3123-4596-964B-477B1FE3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‫מוסיפים נתון‬</a:t>
            </a:r>
          </a:p>
        </p:txBody>
      </p:sp>
      <p:sp>
        <p:nvSpPr>
          <p:cNvPr id="7" name="native-text-273">
            <a:extLst xmlns:a="http://schemas.openxmlformats.org/drawingml/2006/main">
              <a:ext uri="{FF2B5EF4-FFF2-40B4-BE49-F238E27FC236}">
                <a16:creationId xmlns:a16="http://schemas.microsoft.com/office/drawing/2014/main" id="{08F5D7B4-3D3F-4566-BA47-D1B42C37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‫ממקמים את הסמן ואז לוחצים על תווית, למשל ״שם הלקוח״, ״תאריך״ או ״שעה״. נוסף סימון בסוגריים מסולסלים; בתצוגה המקדימה הוא מוחלף בנתון.‬</a:t>
            </a:r>
          </a:p>
        </p:txBody>
      </p:sp>
      <p:sp>
        <p:nvSpPr>
          <p:cNvPr id="8" name="native-text-274">
            <a:extLst xmlns:a="http://schemas.openxmlformats.org/drawingml/2006/main">
              <a:ext uri="{FF2B5EF4-FFF2-40B4-BE49-F238E27FC236}">
                <a16:creationId xmlns:a16="http://schemas.microsoft.com/office/drawing/2014/main" id="{AC57A12D-4849-4621-8968-106895E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566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‫בודקים ושומרים‬</a:t>
            </a:r>
          </a:p>
        </p:txBody>
      </p:sp>
      <p:sp>
        <p:nvSpPr>
          <p:cNvPr id="9" name="native-text-275">
            <a:extLst xmlns:a="http://schemas.openxmlformats.org/drawingml/2006/main">
              <a:ext uri="{FF2B5EF4-FFF2-40B4-BE49-F238E27FC236}">
                <a16:creationId xmlns:a16="http://schemas.microsoft.com/office/drawing/2014/main" id="{87B36B77-4DE8-46A2-BD44-87B9AD14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208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‫״סגור עריכה״ מחזיר לתצוגה המקדימה. שמירת הנוסח נעשית יחד עם ״שמור״ בטופס האירוע.‬</a:t>
            </a:r>
          </a:p>
        </p:txBody>
      </p:sp>
      <p:sp>
        <p:nvSpPr>
          <p:cNvPr id="10" name="native-text-276">
            <a:extLst xmlns:a="http://schemas.openxmlformats.org/drawingml/2006/main">
              <a:ext uri="{FF2B5EF4-FFF2-40B4-BE49-F238E27FC236}">
                <a16:creationId xmlns:a16="http://schemas.microsoft.com/office/drawing/2014/main" id="{B9766DD2-386C-4BAC-A6EE-129E812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‫״שחזר ברירת מחדל״ מחליף את הנוסח בנוסח ברירת המחדל. בדקו לפני שמירה.‬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678FF-2D81-4E9C-BFE9-43069032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77">
            <a:extLst xmlns:a="http://schemas.openxmlformats.org/drawingml/2006/main">
              <a:ext uri="{FF2B5EF4-FFF2-40B4-BE49-F238E27FC236}">
                <a16:creationId xmlns:a16="http://schemas.microsoft.com/office/drawing/2014/main" id="{8B3AC44E-A1C6-41D8-9CED-6E8C6CF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25</a:t>
            </a:r>
          </a:p>
        </p:txBody>
      </p:sp>
      <p:sp>
        <p:nvSpPr>
          <p:cNvPr id="13" name="native-text-278">
            <a:extLst xmlns:a="http://schemas.openxmlformats.org/drawingml/2006/main">
              <a:ext uri="{FF2B5EF4-FFF2-40B4-BE49-F238E27FC236}">
                <a16:creationId xmlns:a16="http://schemas.microsoft.com/office/drawing/2014/main" id="{28C8683E-FE1F-4610-ABAD-601A0757B4A3}"/>
              </a:ext>
            </a:extLst>
            <a:hlinkClick xmlns:r="http://schemas.openxmlformats.org/officeDocument/2006/relationships" xmlns:a="http://schemas.openxmlformats.org/drawingml/2006/main" r:id="R31505dee6d2a474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7489365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79">
            <a:extLst xmlns:a="http://schemas.openxmlformats.org/drawingml/2006/main">
              <a:ext uri="{FF2B5EF4-FFF2-40B4-BE49-F238E27FC236}">
                <a16:creationId xmlns:a16="http://schemas.microsoft.com/office/drawing/2014/main" id="{06C1F3F0-7B92-45E7-87A3-00BC94B8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‫כך תיראה ההודעה ללקוח‬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DA18D-B29A-4878-9FBF-5E8A731CBB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098b96c2f4d01"/>
          <a:stretch xmlns:a="http://schemas.openxmlformats.org/drawingml/2006/main"/>
        </p:blipFill>
        <p:spPr>
          <a:xfrm xmlns:a="http://schemas.openxmlformats.org/drawingml/2006/main">
            <a:off x="609600" y="2432020"/>
            <a:ext cx="5791200" cy="227971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80">
            <a:extLst xmlns:a="http://schemas.openxmlformats.org/drawingml/2006/main">
              <a:ext uri="{FF2B5EF4-FFF2-40B4-BE49-F238E27FC236}">
                <a16:creationId xmlns:a16="http://schemas.microsoft.com/office/drawing/2014/main" id="{C6316F28-1386-49B8-84ED-41243A06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81">
            <a:extLst xmlns:a="http://schemas.openxmlformats.org/drawingml/2006/main">
              <a:ext uri="{FF2B5EF4-FFF2-40B4-BE49-F238E27FC236}">
                <a16:creationId xmlns:a16="http://schemas.microsoft.com/office/drawing/2014/main" id="{81380A91-B1E5-453B-B3A6-C3E40EC0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‫תצוגה לכל נמען‬</a:t>
            </a:r>
          </a:p>
        </p:txBody>
      </p:sp>
      <p:sp>
        <p:nvSpPr>
          <p:cNvPr id="5" name="native-text-282">
            <a:extLst xmlns:a="http://schemas.openxmlformats.org/drawingml/2006/main">
              <a:ext uri="{FF2B5EF4-FFF2-40B4-BE49-F238E27FC236}">
                <a16:creationId xmlns:a16="http://schemas.microsoft.com/office/drawing/2014/main" id="{DF48D64E-35C4-4D19-B57C-65741EA1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‫כשיש כמה לקוחות, התצוגה המקדימה מציגה הודעה נפרדת עם השם והפרטים של כל אחד.‬</a:t>
            </a:r>
          </a:p>
        </p:txBody>
      </p:sp>
      <p:sp>
        <p:nvSpPr>
          <p:cNvPr id="6" name="native-text-283">
            <a:extLst xmlns:a="http://schemas.openxmlformats.org/drawingml/2006/main">
              <a:ext uri="{FF2B5EF4-FFF2-40B4-BE49-F238E27FC236}">
                <a16:creationId xmlns:a16="http://schemas.microsoft.com/office/drawing/2014/main" id="{26083B59-F1FD-4E87-A5E5-B38A6C1C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‫נתונים חסרים‬</a:t>
            </a:r>
          </a:p>
        </p:txBody>
      </p:sp>
      <p:sp>
        <p:nvSpPr>
          <p:cNvPr id="7" name="native-text-284">
            <a:extLst xmlns:a="http://schemas.openxmlformats.org/drawingml/2006/main">
              <a:ext uri="{FF2B5EF4-FFF2-40B4-BE49-F238E27FC236}">
                <a16:creationId xmlns:a16="http://schemas.microsoft.com/office/drawing/2014/main" id="{B0B2D0A7-9D9D-4D2F-AEC2-CDF7BB1C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‫אם משתנה אינו מקבל נתון, עשויה להופיע תווית במקום המידע. משלימים פרטים ובודקים שוב.‬</a:t>
            </a:r>
          </a:p>
        </p:txBody>
      </p:sp>
      <p:sp>
        <p:nvSpPr>
          <p:cNvPr id="8" name="native-text-285">
            <a:extLst xmlns:a="http://schemas.openxmlformats.org/drawingml/2006/main">
              <a:ext uri="{FF2B5EF4-FFF2-40B4-BE49-F238E27FC236}">
                <a16:creationId xmlns:a16="http://schemas.microsoft.com/office/drawing/2014/main" id="{7212C279-3BC0-44F1-A714-42E94CF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‫מקום וקישור‬</a:t>
            </a:r>
          </a:p>
        </p:txBody>
      </p:sp>
      <p:sp>
        <p:nvSpPr>
          <p:cNvPr id="9" name="native-text-286">
            <a:extLst xmlns:a="http://schemas.openxmlformats.org/drawingml/2006/main">
              <a:ext uri="{FF2B5EF4-FFF2-40B4-BE49-F238E27FC236}">
                <a16:creationId xmlns:a16="http://schemas.microsoft.com/office/drawing/2014/main" id="{D9DDFED0-B3C6-4E5B-9892-CBD9070E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‫בפגישה טלפונית מוסרות שורות הגעה; בזום מוצג קישור; בפגישה פרונטלית מוצגת כתובת וקישורי ניווט שיש להם נתונים.‬</a:t>
            </a:r>
          </a:p>
        </p:txBody>
      </p:sp>
      <p:sp>
        <p:nvSpPr>
          <p:cNvPr id="10" name="native-text-287">
            <a:extLst xmlns:a="http://schemas.openxmlformats.org/drawingml/2006/main">
              <a:ext uri="{FF2B5EF4-FFF2-40B4-BE49-F238E27FC236}">
                <a16:creationId xmlns:a16="http://schemas.microsoft.com/office/drawing/2014/main" id="{B3144196-DAC5-48C7-BAD5-E9F7CC74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‫קראו את ההודעה לפני שמירה. התצוגה המקדימה מציגה את הנוסח, ואינה אישור שהודעה נמסרה.‬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AFA72-6F6E-4C50-A7B7-F66AC278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88">
            <a:extLst xmlns:a="http://schemas.openxmlformats.org/drawingml/2006/main">
              <a:ext uri="{FF2B5EF4-FFF2-40B4-BE49-F238E27FC236}">
                <a16:creationId xmlns:a16="http://schemas.microsoft.com/office/drawing/2014/main" id="{9B93F1CF-FEED-415B-AD94-DED1C308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26</a:t>
            </a:r>
          </a:p>
        </p:txBody>
      </p:sp>
      <p:sp>
        <p:nvSpPr>
          <p:cNvPr id="13" name="native-text-289">
            <a:extLst xmlns:a="http://schemas.openxmlformats.org/drawingml/2006/main">
              <a:ext uri="{FF2B5EF4-FFF2-40B4-BE49-F238E27FC236}">
                <a16:creationId xmlns:a16="http://schemas.microsoft.com/office/drawing/2014/main" id="{D15BD812-78E2-45D9-BE31-53A48BDB0D0A}"/>
              </a:ext>
            </a:extLst>
            <a:hlinkClick xmlns:r="http://schemas.openxmlformats.org/officeDocument/2006/relationships" xmlns:a="http://schemas.openxmlformats.org/drawingml/2006/main" r:id="R0b013a49354743e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6203633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290">
            <a:extLst xmlns:a="http://schemas.openxmlformats.org/drawingml/2006/main">
              <a:ext uri="{FF2B5EF4-FFF2-40B4-BE49-F238E27FC236}">
                <a16:creationId xmlns:a16="http://schemas.microsoft.com/office/drawing/2014/main" id="{35D81156-9670-4249-924D-8FE170D1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‫אישורי הגעה של הלקוחות‬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3CA74-187D-427D-AFB9-2F2415A4D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0ace99a7d4472"/>
          <a:stretch xmlns:a="http://schemas.openxmlformats.org/drawingml/2006/main"/>
        </p:blipFill>
        <p:spPr>
          <a:xfrm xmlns:a="http://schemas.openxmlformats.org/drawingml/2006/main">
            <a:off x="609600" y="2749157"/>
            <a:ext cx="5791200" cy="1645436"/>
          </a:xfrm>
          <a:prstGeom xmlns:a="http://schemas.openxmlformats.org/drawingml/2006/main" prst="rect">
            <a:avLst/>
          </a:prstGeom>
        </p:spPr>
      </p:pic>
      <p:sp>
        <p:nvSpPr>
          <p:cNvPr id="3" name="native-text-291">
            <a:extLst xmlns:a="http://schemas.openxmlformats.org/drawingml/2006/main">
              <a:ext uri="{FF2B5EF4-FFF2-40B4-BE49-F238E27FC236}">
                <a16:creationId xmlns:a16="http://schemas.microsoft.com/office/drawing/2014/main" id="{01858911-D988-46D0-A7A1-A74609A1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292">
            <a:extLst xmlns:a="http://schemas.openxmlformats.org/drawingml/2006/main">
              <a:ext uri="{FF2B5EF4-FFF2-40B4-BE49-F238E27FC236}">
                <a16:creationId xmlns:a16="http://schemas.microsoft.com/office/drawing/2014/main" id="{AF26AD72-7D6C-4CD1-B594-CB52706A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‫הסיכום בכרטיס‬</a:t>
            </a:r>
          </a:p>
        </p:txBody>
      </p:sp>
      <p:sp>
        <p:nvSpPr>
          <p:cNvPr id="5" name="native-text-293">
            <a:extLst xmlns:a="http://schemas.openxmlformats.org/drawingml/2006/main">
              <a:ext uri="{FF2B5EF4-FFF2-40B4-BE49-F238E27FC236}">
                <a16:creationId xmlns:a16="http://schemas.microsoft.com/office/drawing/2014/main" id="{0AAFC5FB-72FE-4770-8016-E97EBF0F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‫מופיע מצב האישור. כשחלק מהלקוחות אישרו, הסיכום מציג כמה אישרו מתוך המוזמנים.‬</a:t>
            </a:r>
          </a:p>
        </p:txBody>
      </p:sp>
      <p:sp>
        <p:nvSpPr>
          <p:cNvPr id="6" name="native-text-294">
            <a:extLst xmlns:a="http://schemas.openxmlformats.org/drawingml/2006/main">
              <a:ext uri="{FF2B5EF4-FFF2-40B4-BE49-F238E27FC236}">
                <a16:creationId xmlns:a16="http://schemas.microsoft.com/office/drawing/2014/main" id="{EE42D561-0B3F-4D95-90C7-D1CCC14A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‫כל לקוח בנפרד‬</a:t>
            </a:r>
          </a:p>
        </p:txBody>
      </p:sp>
      <p:sp>
        <p:nvSpPr>
          <p:cNvPr id="7" name="native-text-295">
            <a:extLst xmlns:a="http://schemas.openxmlformats.org/drawingml/2006/main">
              <a:ext uri="{FF2B5EF4-FFF2-40B4-BE49-F238E27FC236}">
                <a16:creationId xmlns:a16="http://schemas.microsoft.com/office/drawing/2014/main" id="{3D718161-8E18-4331-8D5A-F3BDCFC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את האירוע ומסתכלים באזור ״סטטוס אישור לפי לקוח״.‬</a:t>
            </a:r>
          </a:p>
        </p:txBody>
      </p:sp>
      <p:sp>
        <p:nvSpPr>
          <p:cNvPr id="8" name="native-text-296">
            <a:extLst xmlns:a="http://schemas.openxmlformats.org/drawingml/2006/main">
              <a:ext uri="{FF2B5EF4-FFF2-40B4-BE49-F238E27FC236}">
                <a16:creationId xmlns:a16="http://schemas.microsoft.com/office/drawing/2014/main" id="{28CFF3B1-43E5-415C-B73B-9544518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‫פעולה מהצוות‬</a:t>
            </a:r>
          </a:p>
        </p:txBody>
      </p:sp>
      <p:sp>
        <p:nvSpPr>
          <p:cNvPr id="9" name="native-text-297">
            <a:extLst xmlns:a="http://schemas.openxmlformats.org/drawingml/2006/main">
              <a:ext uri="{FF2B5EF4-FFF2-40B4-BE49-F238E27FC236}">
                <a16:creationId xmlns:a16="http://schemas.microsoft.com/office/drawing/2014/main" id="{5A02A1B9-2DF7-4980-B134-3A48020F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‫ליד לקוח מתאים אפשר לסמן אישור בשיחה טלפונית או לשלוח הזמנה מחדש באמצעות האייקון שמוצג.‬</a:t>
            </a:r>
          </a:p>
        </p:txBody>
      </p:sp>
      <p:sp>
        <p:nvSpPr>
          <p:cNvPr id="10" name="native-text-298">
            <a:extLst xmlns:a="http://schemas.openxmlformats.org/drawingml/2006/main">
              <a:ext uri="{FF2B5EF4-FFF2-40B4-BE49-F238E27FC236}">
                <a16:creationId xmlns:a16="http://schemas.microsoft.com/office/drawing/2014/main" id="{D1CA2E7E-FE83-42F8-86B9-B0A59042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‫שליחה מחדש היא שליחה ממשית. בדקו פרטי קשר ומצב הזמנה לפני לחיצה.‬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C3F83-EEB1-4E2E-AC9A-86B37C1E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299">
            <a:extLst xmlns:a="http://schemas.openxmlformats.org/drawingml/2006/main">
              <a:ext uri="{FF2B5EF4-FFF2-40B4-BE49-F238E27FC236}">
                <a16:creationId xmlns:a16="http://schemas.microsoft.com/office/drawing/2014/main" id="{0759119F-58D1-4AC9-A2E0-B39463DD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27</a:t>
            </a:r>
          </a:p>
        </p:txBody>
      </p:sp>
      <p:sp>
        <p:nvSpPr>
          <p:cNvPr id="13" name="native-text-300">
            <a:extLst xmlns:a="http://schemas.openxmlformats.org/drawingml/2006/main">
              <a:ext uri="{FF2B5EF4-FFF2-40B4-BE49-F238E27FC236}">
                <a16:creationId xmlns:a16="http://schemas.microsoft.com/office/drawing/2014/main" id="{7DD3138F-244D-4988-8D9F-BDF2BC5CC31E}"/>
              </a:ext>
            </a:extLst>
            <a:hlinkClick xmlns:r="http://schemas.openxmlformats.org/officeDocument/2006/relationships" xmlns:a="http://schemas.openxmlformats.org/drawingml/2006/main" r:id="R0bdc8d641baf4c7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3242896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01">
            <a:extLst xmlns:a="http://schemas.openxmlformats.org/drawingml/2006/main">
              <a:ext uri="{FF2B5EF4-FFF2-40B4-BE49-F238E27FC236}">
                <a16:creationId xmlns:a16="http://schemas.microsoft.com/office/drawing/2014/main" id="{A8787C54-4A7A-4709-A119-550EAB6F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‫עדכון אירוע קיים‬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1704D-9474-419A-9C75-7169CEA9B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4cb4167434ad4"/>
          <a:stretch xmlns:a="http://schemas.openxmlformats.org/drawingml/2006/main"/>
        </p:blipFill>
        <p:spPr>
          <a:xfrm xmlns:a="http://schemas.openxmlformats.org/drawingml/2006/main">
            <a:off x="1069434" y="1276350"/>
            <a:ext cx="4871532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02">
            <a:extLst xmlns:a="http://schemas.openxmlformats.org/drawingml/2006/main">
              <a:ext uri="{FF2B5EF4-FFF2-40B4-BE49-F238E27FC236}">
                <a16:creationId xmlns:a16="http://schemas.microsoft.com/office/drawing/2014/main" id="{F6A0F454-3D67-4D59-8D33-005FF96F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03">
            <a:extLst xmlns:a="http://schemas.openxmlformats.org/drawingml/2006/main">
              <a:ext uri="{FF2B5EF4-FFF2-40B4-BE49-F238E27FC236}">
                <a16:creationId xmlns:a16="http://schemas.microsoft.com/office/drawing/2014/main" id="{92D87800-B782-45DA-A42A-2EF64665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‫פותחים‬</a:t>
            </a:r>
          </a:p>
        </p:txBody>
      </p:sp>
      <p:sp>
        <p:nvSpPr>
          <p:cNvPr id="5" name="native-text-304">
            <a:extLst xmlns:a="http://schemas.openxmlformats.org/drawingml/2006/main">
              <a:ext uri="{FF2B5EF4-FFF2-40B4-BE49-F238E27FC236}">
                <a16:creationId xmlns:a16="http://schemas.microsoft.com/office/drawing/2014/main" id="{BFA27121-C581-4AA5-9008-DDFB74B0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האירוע ביום, בשבוע או בחודש.‬</a:t>
            </a:r>
          </a:p>
        </p:txBody>
      </p:sp>
      <p:sp>
        <p:nvSpPr>
          <p:cNvPr id="6" name="native-text-305">
            <a:extLst xmlns:a="http://schemas.openxmlformats.org/drawingml/2006/main">
              <a:ext uri="{FF2B5EF4-FFF2-40B4-BE49-F238E27FC236}">
                <a16:creationId xmlns:a16="http://schemas.microsoft.com/office/drawing/2014/main" id="{537A2CA8-04CD-4E7A-8287-DA2B9FC9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8774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‫משנים‬</a:t>
            </a:r>
          </a:p>
        </p:txBody>
      </p:sp>
      <p:sp>
        <p:nvSpPr>
          <p:cNvPr id="7" name="native-text-306">
            <a:extLst xmlns:a="http://schemas.openxmlformats.org/drawingml/2006/main">
              <a:ext uri="{FF2B5EF4-FFF2-40B4-BE49-F238E27FC236}">
                <a16:creationId xmlns:a16="http://schemas.microsoft.com/office/drawing/2014/main" id="{01501B5D-A767-4F6C-A70C-FF1DBF46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8633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‫מעדכנים רק את הפרטים הדרושים. בודקים גם משתתפים, מועד, הודעות ותזכורות.‬</a:t>
            </a:r>
          </a:p>
        </p:txBody>
      </p:sp>
      <p:sp>
        <p:nvSpPr>
          <p:cNvPr id="8" name="native-text-307">
            <a:extLst xmlns:a="http://schemas.openxmlformats.org/drawingml/2006/main">
              <a:ext uri="{FF2B5EF4-FFF2-40B4-BE49-F238E27FC236}">
                <a16:creationId xmlns:a16="http://schemas.microsoft.com/office/drawing/2014/main" id="{8D955179-C562-45AC-9DCA-4CE7B00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‫שומרים‬</a:t>
            </a:r>
          </a:p>
        </p:txBody>
      </p:sp>
      <p:sp>
        <p:nvSpPr>
          <p:cNvPr id="9" name="native-text-308">
            <a:extLst xmlns:a="http://schemas.openxmlformats.org/drawingml/2006/main">
              <a:ext uri="{FF2B5EF4-FFF2-40B4-BE49-F238E27FC236}">
                <a16:creationId xmlns:a16="http://schemas.microsoft.com/office/drawing/2014/main" id="{63907386-AE62-4BDE-A02A-48A50C90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102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״שמור״ וממתינים לתוצאת השמירה. אם מופיעה שגיאה, מתקנים או מנסים שוב בהתאם להודעה.‬</a:t>
            </a:r>
          </a:p>
        </p:txBody>
      </p:sp>
      <p:sp>
        <p:nvSpPr>
          <p:cNvPr id="10" name="native-text-309">
            <a:extLst xmlns:a="http://schemas.openxmlformats.org/drawingml/2006/main">
              <a:ext uri="{FF2B5EF4-FFF2-40B4-BE49-F238E27FC236}">
                <a16:creationId xmlns:a16="http://schemas.microsoft.com/office/drawing/2014/main" id="{9F286CA6-973B-4749-8E0C-B2E4765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‫״ביטול״ או סגירת החלון אינם שומרים את השינויים שהזנתם בטופס.‬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A3588-2DC4-443F-8305-346F12BF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10">
            <a:extLst xmlns:a="http://schemas.openxmlformats.org/drawingml/2006/main">
              <a:ext uri="{FF2B5EF4-FFF2-40B4-BE49-F238E27FC236}">
                <a16:creationId xmlns:a16="http://schemas.microsoft.com/office/drawing/2014/main" id="{A22FE8BF-F49A-4D24-9071-40C5A823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28</a:t>
            </a:r>
          </a:p>
        </p:txBody>
      </p:sp>
      <p:sp>
        <p:nvSpPr>
          <p:cNvPr id="13" name="native-text-311">
            <a:extLst xmlns:a="http://schemas.openxmlformats.org/drawingml/2006/main">
              <a:ext uri="{FF2B5EF4-FFF2-40B4-BE49-F238E27FC236}">
                <a16:creationId xmlns:a16="http://schemas.microsoft.com/office/drawing/2014/main" id="{8B7CF1BF-31C2-4076-B05F-91A43995B4AA}"/>
              </a:ext>
            </a:extLst>
            <a:hlinkClick xmlns:r="http://schemas.openxmlformats.org/officeDocument/2006/relationships" xmlns:a="http://schemas.openxmlformats.org/drawingml/2006/main" r:id="Rdf6e5a40d0564a6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344694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12">
            <a:extLst xmlns:a="http://schemas.openxmlformats.org/drawingml/2006/main">
              <a:ext uri="{FF2B5EF4-FFF2-40B4-BE49-F238E27FC236}">
                <a16:creationId xmlns:a16="http://schemas.microsoft.com/office/drawing/2014/main" id="{1F670F5B-22D1-4A3A-91BD-2CCDC425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‫שכפול, ביטול פגישה ומחיקה‬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2CCAA-0FF3-4761-9CE3-A92907DA9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7873a32cc4c4a"/>
          <a:stretch xmlns:a="http://schemas.openxmlformats.org/drawingml/2006/main"/>
        </p:blipFill>
        <p:spPr>
          <a:xfrm xmlns:a="http://schemas.openxmlformats.org/drawingml/2006/main">
            <a:off x="609600" y="2431184"/>
            <a:ext cx="5791200" cy="2281382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13">
            <a:extLst xmlns:a="http://schemas.openxmlformats.org/drawingml/2006/main">
              <a:ext uri="{FF2B5EF4-FFF2-40B4-BE49-F238E27FC236}">
                <a16:creationId xmlns:a16="http://schemas.microsoft.com/office/drawing/2014/main" id="{63659845-0B7F-46C9-A941-127EDE2E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14">
            <a:extLst xmlns:a="http://schemas.openxmlformats.org/drawingml/2006/main">
              <a:ext uri="{FF2B5EF4-FFF2-40B4-BE49-F238E27FC236}">
                <a16:creationId xmlns:a16="http://schemas.microsoft.com/office/drawing/2014/main" id="{0808AC6D-AE28-438A-BD2B-FCC8487E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‫שכפל אירוע‬</a:t>
            </a:r>
          </a:p>
        </p:txBody>
      </p:sp>
      <p:sp>
        <p:nvSpPr>
          <p:cNvPr id="5" name="native-text-315">
            <a:extLst xmlns:a="http://schemas.openxmlformats.org/drawingml/2006/main">
              <a:ext uri="{FF2B5EF4-FFF2-40B4-BE49-F238E27FC236}">
                <a16:creationId xmlns:a16="http://schemas.microsoft.com/office/drawing/2014/main" id="{21FE1CF6-CDF9-49B7-9DF8-B34C7DC9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 טופס חדש עם עותק של הפרטים. בודקים מועד, משתתפים ותזכורות לפני שמירה. אישורי ההגעה מתחילים מחדש.‬</a:t>
            </a:r>
          </a:p>
        </p:txBody>
      </p:sp>
      <p:sp>
        <p:nvSpPr>
          <p:cNvPr id="6" name="native-text-316">
            <a:extLst xmlns:a="http://schemas.openxmlformats.org/drawingml/2006/main">
              <a:ext uri="{FF2B5EF4-FFF2-40B4-BE49-F238E27FC236}">
                <a16:creationId xmlns:a16="http://schemas.microsoft.com/office/drawing/2014/main" id="{0C097FB3-67B1-4AD3-A4EF-AE0045AD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741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‫פגישה בוטלה‬</a:t>
            </a:r>
          </a:p>
        </p:txBody>
      </p:sp>
      <p:sp>
        <p:nvSpPr>
          <p:cNvPr id="7" name="native-text-317">
            <a:extLst xmlns:a="http://schemas.openxmlformats.org/drawingml/2006/main">
              <a:ext uri="{FF2B5EF4-FFF2-40B4-BE49-F238E27FC236}">
                <a16:creationId xmlns:a16="http://schemas.microsoft.com/office/drawing/2014/main" id="{5077BD33-B230-491B-A827-DEBF147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8383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‫מסמנים ביטול ומאשרים. האירוע נשאר מתועד ותזכורותיו למנהלים וללקוחות מופסקות.‬</a:t>
            </a:r>
          </a:p>
        </p:txBody>
      </p:sp>
      <p:sp>
        <p:nvSpPr>
          <p:cNvPr id="8" name="native-text-318">
            <a:extLst xmlns:a="http://schemas.openxmlformats.org/drawingml/2006/main">
              <a:ext uri="{FF2B5EF4-FFF2-40B4-BE49-F238E27FC236}">
                <a16:creationId xmlns:a16="http://schemas.microsoft.com/office/drawing/2014/main" id="{12FA038B-ACEF-462A-9668-FD2A3759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566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‫מחק אירוע‬</a:t>
            </a:r>
          </a:p>
        </p:txBody>
      </p:sp>
      <p:sp>
        <p:nvSpPr>
          <p:cNvPr id="9" name="native-text-319">
            <a:extLst xmlns:a="http://schemas.openxmlformats.org/drawingml/2006/main">
              <a:ext uri="{FF2B5EF4-FFF2-40B4-BE49-F238E27FC236}">
                <a16:creationId xmlns:a16="http://schemas.microsoft.com/office/drawing/2014/main" id="{63FB56E6-FE92-4BCC-AD4D-6C373363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208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‫מוחק את האירוע אחרי אישור הפעולה. בדקו שזה האירוע הנכון.‬</a:t>
            </a:r>
          </a:p>
        </p:txBody>
      </p:sp>
      <p:sp>
        <p:nvSpPr>
          <p:cNvPr id="10" name="native-text-320">
            <a:extLst xmlns:a="http://schemas.openxmlformats.org/drawingml/2006/main">
              <a:ext uri="{FF2B5EF4-FFF2-40B4-BE49-F238E27FC236}">
                <a16:creationId xmlns:a16="http://schemas.microsoft.com/office/drawing/2014/main" id="{540BC395-1E12-457D-9D9E-D8D924AD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‫״ביטול״ שבטופס סוגר את העריכה. ״פגישה בוטלה״ משנה את מצב האירוע.‬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64004-3DAB-4E8B-8E16-82F1AA0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21">
            <a:extLst xmlns:a="http://schemas.openxmlformats.org/drawingml/2006/main">
              <a:ext uri="{FF2B5EF4-FFF2-40B4-BE49-F238E27FC236}">
                <a16:creationId xmlns:a16="http://schemas.microsoft.com/office/drawing/2014/main" id="{754597A2-8737-4F30-A973-F9EDDC83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29</a:t>
            </a:r>
          </a:p>
        </p:txBody>
      </p:sp>
      <p:sp>
        <p:nvSpPr>
          <p:cNvPr id="13" name="native-text-322">
            <a:extLst xmlns:a="http://schemas.openxmlformats.org/drawingml/2006/main">
              <a:ext uri="{FF2B5EF4-FFF2-40B4-BE49-F238E27FC236}">
                <a16:creationId xmlns:a16="http://schemas.microsoft.com/office/drawing/2014/main" id="{A904495A-4A91-4D52-BB8E-0A8D43A7D4D4}"/>
              </a:ext>
            </a:extLst>
            <a:hlinkClick xmlns:r="http://schemas.openxmlformats.org/officeDocument/2006/relationships" xmlns:a="http://schemas.openxmlformats.org/drawingml/2006/main" r:id="Rf8dec21455ef4d8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0098889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23">
            <a:extLst xmlns:a="http://schemas.openxmlformats.org/drawingml/2006/main">
              <a:ext uri="{FF2B5EF4-FFF2-40B4-BE49-F238E27FC236}">
                <a16:creationId xmlns:a16="http://schemas.microsoft.com/office/drawing/2014/main" id="{FB5BF550-9EF2-4DA3-9280-56CC023A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‫בחירת זמן, גרירה והארכה‬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5485F-058C-436F-9436-8C1D6DAFB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8f426c38a4ad6"/>
          <a:stretch xmlns:a="http://schemas.openxmlformats.org/drawingml/2006/main"/>
        </p:blipFill>
        <p:spPr>
          <a:xfrm xmlns:a="http://schemas.openxmlformats.org/drawingml/2006/main">
            <a:off x="609600" y="1512243"/>
            <a:ext cx="5791200" cy="4119264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24">
            <a:extLst xmlns:a="http://schemas.openxmlformats.org/drawingml/2006/main">
              <a:ext uri="{FF2B5EF4-FFF2-40B4-BE49-F238E27FC236}">
                <a16:creationId xmlns:a16="http://schemas.microsoft.com/office/drawing/2014/main" id="{78F154EE-B588-4FFB-AF71-B7AFF8FC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25">
            <a:extLst xmlns:a="http://schemas.openxmlformats.org/drawingml/2006/main">
              <a:ext uri="{FF2B5EF4-FFF2-40B4-BE49-F238E27FC236}">
                <a16:creationId xmlns:a16="http://schemas.microsoft.com/office/drawing/2014/main" id="{62D219A3-3A48-48C2-A52B-E01F6618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 לוח שעות‬</a:t>
            </a:r>
          </a:p>
        </p:txBody>
      </p:sp>
      <p:sp>
        <p:nvSpPr>
          <p:cNvPr id="5" name="native-text-326">
            <a:extLst xmlns:a="http://schemas.openxmlformats.org/drawingml/2006/main">
              <a:ext uri="{FF2B5EF4-FFF2-40B4-BE49-F238E27FC236}">
                <a16:creationId xmlns:a16="http://schemas.microsoft.com/office/drawing/2014/main" id="{567B7853-582C-4767-A637-9439DE1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‫בתצוגת יום עוברים ל״לוח שעות״; שבוע במחשב מציג לוח שעות. בחירת טווח פותחת אירוע עם המועד שנבחר.‬</a:t>
            </a:r>
          </a:p>
        </p:txBody>
      </p:sp>
      <p:sp>
        <p:nvSpPr>
          <p:cNvPr id="6" name="native-text-327">
            <a:extLst xmlns:a="http://schemas.openxmlformats.org/drawingml/2006/main">
              <a:ext uri="{FF2B5EF4-FFF2-40B4-BE49-F238E27FC236}">
                <a16:creationId xmlns:a16="http://schemas.microsoft.com/office/drawing/2014/main" id="{CEED2EAD-1299-409E-AF4A-6597777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741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‫שינוי זמן‬</a:t>
            </a:r>
          </a:p>
        </p:txBody>
      </p:sp>
      <p:sp>
        <p:nvSpPr>
          <p:cNvPr id="7" name="native-text-328">
            <a:extLst xmlns:a="http://schemas.openxmlformats.org/drawingml/2006/main">
              <a:ext uri="{FF2B5EF4-FFF2-40B4-BE49-F238E27FC236}">
                <a16:creationId xmlns:a16="http://schemas.microsoft.com/office/drawing/2014/main" id="{4871BBE2-D7D5-4D8F-A70F-ADE4AFD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8383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‫במחשב גוררים אירוע למועד אחר או גוררים את קצהו לשינוי משך, אם הפעולה מותרת לאותו אירוע.‬</a:t>
            </a:r>
          </a:p>
        </p:txBody>
      </p:sp>
      <p:sp>
        <p:nvSpPr>
          <p:cNvPr id="8" name="native-text-329">
            <a:extLst xmlns:a="http://schemas.openxmlformats.org/drawingml/2006/main">
              <a:ext uri="{FF2B5EF4-FFF2-40B4-BE49-F238E27FC236}">
                <a16:creationId xmlns:a16="http://schemas.microsoft.com/office/drawing/2014/main" id="{5019B9F6-B8C1-4B16-93DE-27F84ABB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45661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‫בטלפון‬</a:t>
            </a:r>
          </a:p>
        </p:txBody>
      </p:sp>
      <p:sp>
        <p:nvSpPr>
          <p:cNvPr id="9" name="native-text-330">
            <a:extLst xmlns:a="http://schemas.openxmlformats.org/drawingml/2006/main">
              <a:ext uri="{FF2B5EF4-FFF2-40B4-BE49-F238E27FC236}">
                <a16:creationId xmlns:a16="http://schemas.microsoft.com/office/drawing/2014/main" id="{0C8F86A6-73D8-4E30-9F8A-18D66DB5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2089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‫לחיצה פותחת אירוע. לגרירה בלוח שעות מחזיקים כ־‪600‬ אלפיות שנייה. גלילה רגילה אינה הזזה.‬</a:t>
            </a:r>
          </a:p>
        </p:txBody>
      </p:sp>
      <p:sp>
        <p:nvSpPr>
          <p:cNvPr id="10" name="native-text-331">
            <a:extLst xmlns:a="http://schemas.openxmlformats.org/drawingml/2006/main">
              <a:ext uri="{FF2B5EF4-FFF2-40B4-BE49-F238E27FC236}">
                <a16:creationId xmlns:a16="http://schemas.microsoft.com/office/drawing/2014/main" id="{4BAF20C7-33EE-4C79-8433-1C784547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‫כשל בשמירת שינוי זמן מחזיר את האירוע לזמן הקודם. חגים לתצוגה בלבד אינם ניתנים לעריכה.‬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499E4-3EBF-4EE8-834D-173DE5B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32">
            <a:extLst xmlns:a="http://schemas.openxmlformats.org/drawingml/2006/main">
              <a:ext uri="{FF2B5EF4-FFF2-40B4-BE49-F238E27FC236}">
                <a16:creationId xmlns:a16="http://schemas.microsoft.com/office/drawing/2014/main" id="{B89E4A9D-514C-4EE8-96CC-E7DC41E2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30</a:t>
            </a:r>
          </a:p>
        </p:txBody>
      </p:sp>
      <p:sp>
        <p:nvSpPr>
          <p:cNvPr id="13" name="native-text-333">
            <a:extLst xmlns:a="http://schemas.openxmlformats.org/drawingml/2006/main">
              <a:ext uri="{FF2B5EF4-FFF2-40B4-BE49-F238E27FC236}">
                <a16:creationId xmlns:a16="http://schemas.microsoft.com/office/drawing/2014/main" id="{982F8B54-15CE-4385-822E-9595199C3CB0}"/>
              </a:ext>
            </a:extLst>
            <a:hlinkClick xmlns:r="http://schemas.openxmlformats.org/officeDocument/2006/relationships" xmlns:a="http://schemas.openxmlformats.org/drawingml/2006/main" r:id="R4da2d5a8b350487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3021523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34">
            <a:extLst xmlns:a="http://schemas.openxmlformats.org/drawingml/2006/main">
              <a:ext uri="{FF2B5EF4-FFF2-40B4-BE49-F238E27FC236}">
                <a16:creationId xmlns:a16="http://schemas.microsoft.com/office/drawing/2014/main" id="{B006A424-A980-4C31-B52C-A5BE4638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‫סנכרון אישי‬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E7908-47EB-4754-A284-361DEC106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c7bf1fa5c4b50"/>
          <a:stretch xmlns:a="http://schemas.openxmlformats.org/drawingml/2006/main"/>
        </p:blipFill>
        <p:spPr>
          <a:xfrm xmlns:a="http://schemas.openxmlformats.org/drawingml/2006/main">
            <a:off x="2057437" y="1276350"/>
            <a:ext cx="2895526" cy="459105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35">
            <a:extLst xmlns:a="http://schemas.openxmlformats.org/drawingml/2006/main">
              <a:ext uri="{FF2B5EF4-FFF2-40B4-BE49-F238E27FC236}">
                <a16:creationId xmlns:a16="http://schemas.microsoft.com/office/drawing/2014/main" id="{257D5F1F-E6CD-41AE-98B4-BE8326AA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36">
            <a:extLst xmlns:a="http://schemas.openxmlformats.org/drawingml/2006/main">
              <a:ext uri="{FF2B5EF4-FFF2-40B4-BE49-F238E27FC236}">
                <a16:creationId xmlns:a16="http://schemas.microsoft.com/office/drawing/2014/main" id="{C54BCD88-7C07-4AC5-999D-20005160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‫פותחים הגדרות‬</a:t>
            </a:r>
          </a:p>
        </p:txBody>
      </p:sp>
      <p:sp>
        <p:nvSpPr>
          <p:cNvPr id="5" name="native-text-337">
            <a:extLst xmlns:a="http://schemas.openxmlformats.org/drawingml/2006/main">
              <a:ext uri="{FF2B5EF4-FFF2-40B4-BE49-F238E27FC236}">
                <a16:creationId xmlns:a16="http://schemas.microsoft.com/office/drawing/2014/main" id="{08A81D04-B6DD-499D-B26C-9AE91BD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״סנכרון אישי״ במסך היומן.‬</a:t>
            </a:r>
          </a:p>
        </p:txBody>
      </p:sp>
      <p:sp>
        <p:nvSpPr>
          <p:cNvPr id="6" name="native-text-338">
            <a:extLst xmlns:a="http://schemas.openxmlformats.org/drawingml/2006/main">
              <a:ext uri="{FF2B5EF4-FFF2-40B4-BE49-F238E27FC236}">
                <a16:creationId xmlns:a16="http://schemas.microsoft.com/office/drawing/2014/main" id="{6AC5C241-5B93-4E2B-A6DF-C15DE17F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8774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‫חשבון אישי‬</a:t>
            </a:r>
          </a:p>
        </p:txBody>
      </p:sp>
      <p:sp>
        <p:nvSpPr>
          <p:cNvPr id="7" name="native-text-339">
            <a:extLst xmlns:a="http://schemas.openxmlformats.org/drawingml/2006/main">
              <a:ext uri="{FF2B5EF4-FFF2-40B4-BE49-F238E27FC236}">
                <a16:creationId xmlns:a16="http://schemas.microsoft.com/office/drawing/2014/main" id="{7322DC81-36E8-4037-BB9B-D45FC8C0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8633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‫ההגדרות בחלון משויכות לחשבון שלכם. הן אינן משנות את ההגדרות האישיות של כל המשרד.‬</a:t>
            </a:r>
          </a:p>
        </p:txBody>
      </p:sp>
      <p:sp>
        <p:nvSpPr>
          <p:cNvPr id="8" name="native-text-340">
            <a:extLst xmlns:a="http://schemas.openxmlformats.org/drawingml/2006/main">
              <a:ext uri="{FF2B5EF4-FFF2-40B4-BE49-F238E27FC236}">
                <a16:creationId xmlns:a16="http://schemas.microsoft.com/office/drawing/2014/main" id="{663ABF80-6A31-4375-89C3-9CC54EC9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‫מה זמין‬</a:t>
            </a:r>
          </a:p>
        </p:txBody>
      </p:sp>
      <p:sp>
        <p:nvSpPr>
          <p:cNvPr id="9" name="native-text-341">
            <a:extLst xmlns:a="http://schemas.openxmlformats.org/drawingml/2006/main">
              <a:ext uri="{FF2B5EF4-FFF2-40B4-BE49-F238E27FC236}">
                <a16:creationId xmlns:a16="http://schemas.microsoft.com/office/drawing/2014/main" id="{9CE350D1-7930-4730-AFC2-40C080E4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‫אפשר להגדיר סיכום יומי, הרשמה ליומן אישי וחיבור שירותים חיצוניים לפי הגדרות המשרד.‬</a:t>
            </a:r>
          </a:p>
        </p:txBody>
      </p:sp>
      <p:sp>
        <p:nvSpPr>
          <p:cNvPr id="10" name="native-text-342">
            <a:extLst xmlns:a="http://schemas.openxmlformats.org/drawingml/2006/main">
              <a:ext uri="{FF2B5EF4-FFF2-40B4-BE49-F238E27FC236}">
                <a16:creationId xmlns:a16="http://schemas.microsoft.com/office/drawing/2014/main" id="{FB7D7D3B-338B-4339-AE94-B0C56E6D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‫בדקו שאתם מחוברים לחשבון המשתמש שאת היומן שלו אתם רוצים לסנכרן.‬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8F83D-AC56-4EB3-8CAC-F03A225A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43">
            <a:extLst xmlns:a="http://schemas.openxmlformats.org/drawingml/2006/main">
              <a:ext uri="{FF2B5EF4-FFF2-40B4-BE49-F238E27FC236}">
                <a16:creationId xmlns:a16="http://schemas.microsoft.com/office/drawing/2014/main" id="{B270C80C-64AC-4F9B-8935-1A15B686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31</a:t>
            </a:r>
          </a:p>
        </p:txBody>
      </p:sp>
      <p:sp>
        <p:nvSpPr>
          <p:cNvPr id="13" name="native-text-344">
            <a:extLst xmlns:a="http://schemas.openxmlformats.org/drawingml/2006/main">
              <a:ext uri="{FF2B5EF4-FFF2-40B4-BE49-F238E27FC236}">
                <a16:creationId xmlns:a16="http://schemas.microsoft.com/office/drawing/2014/main" id="{0E5A040F-DD3A-4DD7-8232-91D89D6C4520}"/>
              </a:ext>
            </a:extLst>
            <a:hlinkClick xmlns:r="http://schemas.openxmlformats.org/officeDocument/2006/relationships" xmlns:a="http://schemas.openxmlformats.org/drawingml/2006/main" r:id="Ra34a5b3ceea7405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4755415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45">
            <a:extLst xmlns:a="http://schemas.openxmlformats.org/drawingml/2006/main">
              <a:ext uri="{FF2B5EF4-FFF2-40B4-BE49-F238E27FC236}">
                <a16:creationId xmlns:a16="http://schemas.microsoft.com/office/drawing/2014/main" id="{757AFA3E-43A9-4F40-B026-6A85C16B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‫סיכום יומי של היומן‬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955E5-0EE4-4C1E-8000-DA5040066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d34411c5b4124"/>
          <a:stretch xmlns:a="http://schemas.openxmlformats.org/drawingml/2006/main"/>
        </p:blipFill>
        <p:spPr>
          <a:xfrm xmlns:a="http://schemas.openxmlformats.org/drawingml/2006/main">
            <a:off x="609600" y="1423965"/>
            <a:ext cx="5791200" cy="4295820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46">
            <a:extLst xmlns:a="http://schemas.openxmlformats.org/drawingml/2006/main">
              <a:ext uri="{FF2B5EF4-FFF2-40B4-BE49-F238E27FC236}">
                <a16:creationId xmlns:a16="http://schemas.microsoft.com/office/drawing/2014/main" id="{6243E5E6-BE7B-44E3-9091-630110D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47">
            <a:extLst xmlns:a="http://schemas.openxmlformats.org/drawingml/2006/main">
              <a:ext uri="{FF2B5EF4-FFF2-40B4-BE49-F238E27FC236}">
                <a16:creationId xmlns:a16="http://schemas.microsoft.com/office/drawing/2014/main" id="{F1198911-221A-4475-BFD4-10F98AA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‫הפעלה‬</a:t>
            </a:r>
          </a:p>
        </p:txBody>
      </p:sp>
      <p:sp>
        <p:nvSpPr>
          <p:cNvPr id="5" name="native-text-348">
            <a:extLst xmlns:a="http://schemas.openxmlformats.org/drawingml/2006/main">
              <a:ext uri="{FF2B5EF4-FFF2-40B4-BE49-F238E27FC236}">
                <a16:creationId xmlns:a16="http://schemas.microsoft.com/office/drawing/2014/main" id="{319EF620-8730-4BA2-9B4B-D64A004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0985"/>
            <a:ext cx="4781550" cy="397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‫באזור ״שלח סיכום יומי של היומן״ בוחרים ״פעיל״.‬</a:t>
            </a:r>
          </a:p>
        </p:txBody>
      </p:sp>
      <p:sp>
        <p:nvSpPr>
          <p:cNvPr id="6" name="native-text-349">
            <a:extLst xmlns:a="http://schemas.openxmlformats.org/drawingml/2006/main">
              <a:ext uri="{FF2B5EF4-FFF2-40B4-BE49-F238E27FC236}">
                <a16:creationId xmlns:a16="http://schemas.microsoft.com/office/drawing/2014/main" id="{353E5E56-BD00-4CD0-8A20-7D1E8B02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8774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‫איך ומתי‬</a:t>
            </a:r>
          </a:p>
        </p:txBody>
      </p:sp>
      <p:sp>
        <p:nvSpPr>
          <p:cNvPr id="7" name="native-text-350">
            <a:extLst xmlns:a="http://schemas.openxmlformats.org/drawingml/2006/main">
              <a:ext uri="{FF2B5EF4-FFF2-40B4-BE49-F238E27FC236}">
                <a16:creationId xmlns:a16="http://schemas.microsoft.com/office/drawing/2014/main" id="{EF859C89-E10E-41A2-A177-D7CED2A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8633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את ערוצי השליחה ואת שעת השליחה. אפשר לבחור יותר מערוץ אחד אם הוא זמין.‬</a:t>
            </a:r>
          </a:p>
        </p:txBody>
      </p:sp>
      <p:sp>
        <p:nvSpPr>
          <p:cNvPr id="8" name="native-text-351">
            <a:extLst xmlns:a="http://schemas.openxmlformats.org/drawingml/2006/main">
              <a:ext uri="{FF2B5EF4-FFF2-40B4-BE49-F238E27FC236}">
                <a16:creationId xmlns:a16="http://schemas.microsoft.com/office/drawing/2014/main" id="{F5C4EE95-4AC2-423E-8FE5-6931A6FA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8461"/>
            <a:ext cx="47815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‫שמירה‬</a:t>
            </a:r>
          </a:p>
        </p:txBody>
      </p:sp>
      <p:sp>
        <p:nvSpPr>
          <p:cNvPr id="9" name="native-text-352">
            <a:extLst xmlns:a="http://schemas.openxmlformats.org/drawingml/2006/main">
              <a:ext uri="{FF2B5EF4-FFF2-40B4-BE49-F238E27FC236}">
                <a16:creationId xmlns:a16="http://schemas.microsoft.com/office/drawing/2014/main" id="{7801A09E-5883-44C4-93A9-A8A01CD6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88321"/>
            <a:ext cx="47815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״שמור הגדרות יומן יומי״ ומוודאים שמופיעה הודעת הצלחה.‬</a:t>
            </a:r>
          </a:p>
        </p:txBody>
      </p:sp>
      <p:sp>
        <p:nvSpPr>
          <p:cNvPr id="10" name="native-text-353">
            <a:extLst xmlns:a="http://schemas.openxmlformats.org/drawingml/2006/main">
              <a:ext uri="{FF2B5EF4-FFF2-40B4-BE49-F238E27FC236}">
                <a16:creationId xmlns:a16="http://schemas.microsoft.com/office/drawing/2014/main" id="{D9047FBF-23B6-4943-A050-DB4AAB46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‫זו הגדרה אישית לסיכום היום. היא נפרדת מתזכורות שמגדירים לכל פגישה.‬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1B5BF-777F-46BF-B9C2-E47A32F9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54">
            <a:extLst xmlns:a="http://schemas.openxmlformats.org/drawingml/2006/main">
              <a:ext uri="{FF2B5EF4-FFF2-40B4-BE49-F238E27FC236}">
                <a16:creationId xmlns:a16="http://schemas.microsoft.com/office/drawing/2014/main" id="{57DF79BA-F023-41D2-BBAA-60F9C235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32</a:t>
            </a:r>
          </a:p>
        </p:txBody>
      </p:sp>
      <p:sp>
        <p:nvSpPr>
          <p:cNvPr id="13" name="native-text-355">
            <a:extLst xmlns:a="http://schemas.openxmlformats.org/drawingml/2006/main">
              <a:ext uri="{FF2B5EF4-FFF2-40B4-BE49-F238E27FC236}">
                <a16:creationId xmlns:a16="http://schemas.microsoft.com/office/drawing/2014/main" id="{95F0465D-0E6A-46EC-BC9A-A61F0C96B661}"/>
              </a:ext>
            </a:extLst>
            <a:hlinkClick xmlns:r="http://schemas.openxmlformats.org/officeDocument/2006/relationships" xmlns:a="http://schemas.openxmlformats.org/drawingml/2006/main" r:id="R1ffd9d67cfa948d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9148981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56">
            <a:extLst xmlns:a="http://schemas.openxmlformats.org/drawingml/2006/main">
              <a:ext uri="{FF2B5EF4-FFF2-40B4-BE49-F238E27FC236}">
                <a16:creationId xmlns:a16="http://schemas.microsoft.com/office/drawing/2014/main" id="{D99D0179-26A1-4381-9968-98F99749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‫חיבור יומן חיצוני‬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EFDCA-7513-4638-BB41-582D7B939E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f9759ec5a4105"/>
          <a:stretch xmlns:a="http://schemas.openxmlformats.org/drawingml/2006/main"/>
        </p:blipFill>
        <p:spPr>
          <a:xfrm xmlns:a="http://schemas.openxmlformats.org/drawingml/2006/main">
            <a:off x="609600" y="1917246"/>
            <a:ext cx="5791200" cy="3309257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57">
            <a:extLst xmlns:a="http://schemas.openxmlformats.org/drawingml/2006/main">
              <a:ext uri="{FF2B5EF4-FFF2-40B4-BE49-F238E27FC236}">
                <a16:creationId xmlns:a16="http://schemas.microsoft.com/office/drawing/2014/main" id="{8DC20B84-0802-4533-96DD-CAE1113B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58">
            <a:extLst xmlns:a="http://schemas.openxmlformats.org/drawingml/2006/main">
              <a:ext uri="{FF2B5EF4-FFF2-40B4-BE49-F238E27FC236}">
                <a16:creationId xmlns:a16="http://schemas.microsoft.com/office/drawing/2014/main" id="{632090F0-B239-4B9F-85F8-1A3F575F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‫חיבור‬</a:t>
            </a:r>
          </a:p>
        </p:txBody>
      </p:sp>
      <p:sp>
        <p:nvSpPr>
          <p:cNvPr id="5" name="native-text-359">
            <a:extLst xmlns:a="http://schemas.openxmlformats.org/drawingml/2006/main">
              <a:ext uri="{FF2B5EF4-FFF2-40B4-BE49-F238E27FC236}">
                <a16:creationId xmlns:a16="http://schemas.microsoft.com/office/drawing/2014/main" id="{1C620232-88D9-469B-828B-423937EA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״חבר ‪Google Calendar‬״ או ״חבר ‪Outlook Calendar‬״, ואז מאשרים בשירות החיצוני.‬</a:t>
            </a:r>
          </a:p>
        </p:txBody>
      </p:sp>
      <p:sp>
        <p:nvSpPr>
          <p:cNvPr id="6" name="native-text-360">
            <a:extLst xmlns:a="http://schemas.openxmlformats.org/drawingml/2006/main">
              <a:ext uri="{FF2B5EF4-FFF2-40B4-BE49-F238E27FC236}">
                <a16:creationId xmlns:a16="http://schemas.microsoft.com/office/drawing/2014/main" id="{88637E40-F0ED-4D27-84B8-9A687E2E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‫סנכרון‬</a:t>
            </a:r>
          </a:p>
        </p:txBody>
      </p:sp>
      <p:sp>
        <p:nvSpPr>
          <p:cNvPr id="7" name="native-text-361">
            <a:extLst xmlns:a="http://schemas.openxmlformats.org/drawingml/2006/main">
              <a:ext uri="{FF2B5EF4-FFF2-40B4-BE49-F238E27FC236}">
                <a16:creationId xmlns:a16="http://schemas.microsoft.com/office/drawing/2014/main" id="{59FD52BD-EE37-415F-B542-5007294E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‫אחרי החיבור מוצג החשבון המחובר. כפתור הסנכרון מייבא אירועים לפי הפעולה המוצגת.‬</a:t>
            </a:r>
          </a:p>
        </p:txBody>
      </p:sp>
      <p:sp>
        <p:nvSpPr>
          <p:cNvPr id="8" name="native-text-362">
            <a:extLst xmlns:a="http://schemas.openxmlformats.org/drawingml/2006/main">
              <a:ext uri="{FF2B5EF4-FFF2-40B4-BE49-F238E27FC236}">
                <a16:creationId xmlns:a16="http://schemas.microsoft.com/office/drawing/2014/main" id="{A17178A8-4BB5-49B3-BBC7-C943803A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‫ניתוק‬</a:t>
            </a:r>
          </a:p>
        </p:txBody>
      </p:sp>
      <p:sp>
        <p:nvSpPr>
          <p:cNvPr id="9" name="native-text-363">
            <a:extLst xmlns:a="http://schemas.openxmlformats.org/drawingml/2006/main">
              <a:ext uri="{FF2B5EF4-FFF2-40B4-BE49-F238E27FC236}">
                <a16:creationId xmlns:a16="http://schemas.microsoft.com/office/drawing/2014/main" id="{F136502F-B58D-4533-AEA5-8A0B9CCA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‫כפתור הניתוק מנתק את החשבון המחובר. אם המשרד השבית את השירות, משתמשים באפשרויות שהמסך מאפשר.‬</a:t>
            </a:r>
          </a:p>
        </p:txBody>
      </p:sp>
      <p:sp>
        <p:nvSpPr>
          <p:cNvPr id="10" name="native-text-364">
            <a:extLst xmlns:a="http://schemas.openxmlformats.org/drawingml/2006/main">
              <a:ext uri="{FF2B5EF4-FFF2-40B4-BE49-F238E27FC236}">
                <a16:creationId xmlns:a16="http://schemas.microsoft.com/office/drawing/2014/main" id="{D80F5359-97F2-45CD-A0CA-8F6CC6F2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‫חיבור לשירות חיצוני תלוי בהרשאה ובזמינות השירות. אין צורך לחבר שירות חיצוני כדי להשתמש ביומן במערכת.‬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4F6CF-C9AA-4778-BAE7-0DEA5E83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65">
            <a:extLst xmlns:a="http://schemas.openxmlformats.org/drawingml/2006/main">
              <a:ext uri="{FF2B5EF4-FFF2-40B4-BE49-F238E27FC236}">
                <a16:creationId xmlns:a16="http://schemas.microsoft.com/office/drawing/2014/main" id="{590E45DA-74EC-4332-9CF4-E28F4961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33</a:t>
            </a:r>
          </a:p>
        </p:txBody>
      </p:sp>
      <p:sp>
        <p:nvSpPr>
          <p:cNvPr id="13" name="native-text-366">
            <a:extLst xmlns:a="http://schemas.openxmlformats.org/drawingml/2006/main">
              <a:ext uri="{FF2B5EF4-FFF2-40B4-BE49-F238E27FC236}">
                <a16:creationId xmlns:a16="http://schemas.microsoft.com/office/drawing/2014/main" id="{28C570D1-DE22-4148-B8C5-027B6A91DF5E}"/>
              </a:ext>
            </a:extLst>
            <a:hlinkClick xmlns:r="http://schemas.openxmlformats.org/officeDocument/2006/relationships" xmlns:a="http://schemas.openxmlformats.org/drawingml/2006/main" r:id="Rf590efdce153499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6585933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ative-text-367">
            <a:extLst xmlns:a="http://schemas.openxmlformats.org/drawingml/2006/main">
              <a:ext uri="{FF2B5EF4-FFF2-40B4-BE49-F238E27FC236}">
                <a16:creationId xmlns:a16="http://schemas.microsoft.com/office/drawing/2014/main" id="{DCA90563-4298-4A28-92C7-F6A19E81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‫הרשמה ליומן בטלפון‬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EF6C0-CF00-4EC8-9B58-89C36C51C1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1463b73da4089"/>
          <a:stretch xmlns:a="http://schemas.openxmlformats.org/drawingml/2006/main"/>
        </p:blipFill>
        <p:spPr>
          <a:xfrm xmlns:a="http://schemas.openxmlformats.org/drawingml/2006/main">
            <a:off x="609600" y="2110481"/>
            <a:ext cx="5791200" cy="2922789"/>
          </a:xfrm>
          <a:prstGeom xmlns:a="http://schemas.openxmlformats.org/drawingml/2006/main" prst="rect">
            <a:avLst/>
          </a:prstGeom>
        </p:spPr>
      </p:pic>
      <p:sp>
        <p:nvSpPr>
          <p:cNvPr id="3" name="native-text-368">
            <a:extLst xmlns:a="http://schemas.openxmlformats.org/drawingml/2006/main">
              <a:ext uri="{FF2B5EF4-FFF2-40B4-BE49-F238E27FC236}">
                <a16:creationId xmlns:a16="http://schemas.microsoft.com/office/drawing/2014/main" id="{AAE76CE4-ED08-47ED-98E3-03325DB6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79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‫צילום מוצר עם נתוני הדגמה בדויים‬</a:t>
            </a:r>
          </a:p>
        </p:txBody>
      </p:sp>
      <p:sp>
        <p:nvSpPr>
          <p:cNvPr id="4" name="native-text-369">
            <a:extLst xmlns:a="http://schemas.openxmlformats.org/drawingml/2006/main">
              <a:ext uri="{FF2B5EF4-FFF2-40B4-BE49-F238E27FC236}">
                <a16:creationId xmlns:a16="http://schemas.microsoft.com/office/drawing/2014/main" id="{F9EACFA5-463D-42DB-92CE-BD0C4230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811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‫הוספה ליומן‬</a:t>
            </a:r>
          </a:p>
        </p:txBody>
      </p:sp>
      <p:sp>
        <p:nvSpPr>
          <p:cNvPr id="5" name="native-text-370">
            <a:extLst xmlns:a="http://schemas.openxmlformats.org/drawingml/2006/main">
              <a:ext uri="{FF2B5EF4-FFF2-40B4-BE49-F238E27FC236}">
                <a16:creationId xmlns:a16="http://schemas.microsoft.com/office/drawing/2014/main" id="{6C525C9D-291A-45A1-A7FF-3B8691B1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755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‫״הוסף ליומן בטלפון״ פותח את הרשמת היומן במכשיר. אפשר גם לבחור הוספה ליומן ‪Google‬.‬</a:t>
            </a:r>
          </a:p>
        </p:txBody>
      </p:sp>
      <p:sp>
        <p:nvSpPr>
          <p:cNvPr id="6" name="native-text-371">
            <a:extLst xmlns:a="http://schemas.openxmlformats.org/drawingml/2006/main">
              <a:ext uri="{FF2B5EF4-FFF2-40B4-BE49-F238E27FC236}">
                <a16:creationId xmlns:a16="http://schemas.microsoft.com/office/drawing/2014/main" id="{EC13864D-47B2-43BF-AE55-0F9BD196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1937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‫העתקה‬</a:t>
            </a:r>
          </a:p>
        </p:txBody>
      </p:sp>
      <p:sp>
        <p:nvSpPr>
          <p:cNvPr id="7" name="native-text-372">
            <a:extLst xmlns:a="http://schemas.openxmlformats.org/drawingml/2006/main">
              <a:ext uri="{FF2B5EF4-FFF2-40B4-BE49-F238E27FC236}">
                <a16:creationId xmlns:a16="http://schemas.microsoft.com/office/drawing/2014/main" id="{2E722939-DE4D-49AF-85C3-449C8841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5803"/>
            <a:ext cx="478155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‫״העתק״ מעתיק את הקישור האישי כדי להשתמש בו ביישום יומן תומך.‬</a:t>
            </a:r>
          </a:p>
        </p:txBody>
      </p:sp>
      <p:sp>
        <p:nvSpPr>
          <p:cNvPr id="8" name="native-text-373">
            <a:extLst xmlns:a="http://schemas.openxmlformats.org/drawingml/2006/main">
              <a:ext uri="{FF2B5EF4-FFF2-40B4-BE49-F238E27FC236}">
                <a16:creationId xmlns:a16="http://schemas.microsoft.com/office/drawing/2014/main" id="{53BDD1CD-5364-4699-B9EF-9EE5765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781550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80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‫חידוש קישור‬</a:t>
            </a:r>
          </a:p>
        </p:txBody>
      </p:sp>
      <p:sp>
        <p:nvSpPr>
          <p:cNvPr id="9" name="native-text-374">
            <a:extLst xmlns:a="http://schemas.openxmlformats.org/drawingml/2006/main">
              <a:ext uri="{FF2B5EF4-FFF2-40B4-BE49-F238E27FC236}">
                <a16:creationId xmlns:a16="http://schemas.microsoft.com/office/drawing/2014/main" id="{31369F78-744E-48A4-A374-E0DAEFAE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4053"/>
            <a:ext cx="4781550" cy="949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‫״חדש קישור״ יוצר קישור אישי חדש. הרשמות שמשתמשות בקישור הקודם דורשות עדכון לקישור החדש.‬</a:t>
            </a:r>
          </a:p>
        </p:txBody>
      </p:sp>
      <p:sp>
        <p:nvSpPr>
          <p:cNvPr id="10" name="native-text-375">
            <a:extLst xmlns:a="http://schemas.openxmlformats.org/drawingml/2006/main">
              <a:ext uri="{FF2B5EF4-FFF2-40B4-BE49-F238E27FC236}">
                <a16:creationId xmlns:a16="http://schemas.microsoft.com/office/drawing/2014/main" id="{94A8A54D-31AC-49B2-A646-C573CC1D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‫הקישור האישי מאפשר גישה ליומן שלכם. שתפו אותו רק עם יישום או אדם שאתם רוצים לאפשר לו זאת.‬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9B281-8BCC-4CF7-8D31-92A293D2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native-text-376">
            <a:extLst xmlns:a="http://schemas.openxmlformats.org/drawingml/2006/main">
              <a:ext uri="{FF2B5EF4-FFF2-40B4-BE49-F238E27FC236}">
                <a16:creationId xmlns:a16="http://schemas.microsoft.com/office/drawing/2014/main" id="{F898F0DC-FC6C-4DC8-A44B-3A5260CD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34</a:t>
            </a:r>
          </a:p>
        </p:txBody>
      </p:sp>
      <p:sp>
        <p:nvSpPr>
          <p:cNvPr id="13" name="native-text-377">
            <a:extLst xmlns:a="http://schemas.openxmlformats.org/drawingml/2006/main">
              <a:ext uri="{FF2B5EF4-FFF2-40B4-BE49-F238E27FC236}">
                <a16:creationId xmlns:a16="http://schemas.microsoft.com/office/drawing/2014/main" id="{45005598-4EBB-4372-909F-5C7514D40587}"/>
              </a:ext>
            </a:extLst>
            <a:hlinkClick xmlns:r="http://schemas.openxmlformats.org/officeDocument/2006/relationships" xmlns:a="http://schemas.openxmlformats.org/drawingml/2006/main" r:id="Rf582be7ddf2b41f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385251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378">
            <a:extLst xmlns:a="http://schemas.openxmlformats.org/drawingml/2006/main">
              <a:ext uri="{FF2B5EF4-FFF2-40B4-BE49-F238E27FC236}">
                <a16:creationId xmlns:a16="http://schemas.microsoft.com/office/drawing/2014/main" id="{2775E840-B999-4610-B100-ABB6CB26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‫באפליקציה: יומן המכשיר‬</a:t>
            </a:r>
          </a:p>
        </p:txBody>
      </p:sp>
      <p:sp>
        <p:nvSpPr>
          <p:cNvPr id="2" name="native-text-379">
            <a:extLst xmlns:a="http://schemas.openxmlformats.org/drawingml/2006/main">
              <a:ext uri="{FF2B5EF4-FFF2-40B4-BE49-F238E27FC236}">
                <a16:creationId xmlns:a16="http://schemas.microsoft.com/office/drawing/2014/main" id="{E8FD4613-63F8-4DEB-8A7C-4564FD87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‫אירוע שמור‬</a:t>
            </a:r>
          </a:p>
        </p:txBody>
      </p:sp>
      <p:sp>
        <p:nvSpPr>
          <p:cNvPr id="3" name="native-text-380">
            <a:extLst xmlns:a="http://schemas.openxmlformats.org/drawingml/2006/main">
              <a:ext uri="{FF2B5EF4-FFF2-40B4-BE49-F238E27FC236}">
                <a16:creationId xmlns:a16="http://schemas.microsoft.com/office/drawing/2014/main" id="{1B02F85F-6EDE-45D0-8140-73720D99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63757"/>
            <a:ext cx="9620250" cy="43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‫פותחים אירוע שכבר נשמר. באפליקציה שתומכת בכך מופיע ״הוסף ליומן המכשיר״.‬</a:t>
            </a:r>
          </a:p>
        </p:txBody>
      </p:sp>
      <p:sp>
        <p:nvSpPr>
          <p:cNvPr id="4" name="native-text-381">
            <a:extLst xmlns:a="http://schemas.openxmlformats.org/drawingml/2006/main">
              <a:ext uri="{FF2B5EF4-FFF2-40B4-BE49-F238E27FC236}">
                <a16:creationId xmlns:a16="http://schemas.microsoft.com/office/drawing/2014/main" id="{7614F4E5-CA38-4877-8193-442086DC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2325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‫הוספה‬</a:t>
            </a:r>
          </a:p>
        </p:txBody>
      </p:sp>
      <p:sp>
        <p:nvSpPr>
          <p:cNvPr id="5" name="native-text-382">
            <a:extLst xmlns:a="http://schemas.openxmlformats.org/drawingml/2006/main">
              <a:ext uri="{FF2B5EF4-FFF2-40B4-BE49-F238E27FC236}">
                <a16:creationId xmlns:a16="http://schemas.microsoft.com/office/drawing/2014/main" id="{3E01DC4A-E490-4F87-9F21-DE218362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7332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הכפתור וממשיכים במסך היומן של המכשיר. מאשרים הרשאה או שמירה לפי מה שמוצג.‬</a:t>
            </a:r>
          </a:p>
        </p:txBody>
      </p:sp>
      <p:sp>
        <p:nvSpPr>
          <p:cNvPr id="6" name="native-text-383">
            <a:extLst xmlns:a="http://schemas.openxmlformats.org/drawingml/2006/main">
              <a:ext uri="{FF2B5EF4-FFF2-40B4-BE49-F238E27FC236}">
                <a16:creationId xmlns:a16="http://schemas.microsoft.com/office/drawing/2014/main" id="{F9C5D80E-ABCB-416D-9535-7F8D9D0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23944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‫אם הכפתור חסר‬</a:t>
            </a:r>
          </a:p>
        </p:txBody>
      </p:sp>
      <p:sp>
        <p:nvSpPr>
          <p:cNvPr id="7" name="native-text-384">
            <a:extLst xmlns:a="http://schemas.openxmlformats.org/drawingml/2006/main">
              <a:ext uri="{FF2B5EF4-FFF2-40B4-BE49-F238E27FC236}">
                <a16:creationId xmlns:a16="http://schemas.microsoft.com/office/drawing/2014/main" id="{0F1003A3-F882-4B6C-BF33-816C6C8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8951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‫בדפדפן רגיל משתמשים בהרשמה דרך ״סנכרון אישי״. האפשרות תלויה בתמיכה של האפליקציה המותקנת.‬</a:t>
            </a:r>
          </a:p>
        </p:txBody>
      </p:sp>
      <p:sp>
        <p:nvSpPr>
          <p:cNvPr id="8" name="native-text-385">
            <a:extLst xmlns:a="http://schemas.openxmlformats.org/drawingml/2006/main">
              <a:ext uri="{FF2B5EF4-FFF2-40B4-BE49-F238E27FC236}">
                <a16:creationId xmlns:a16="http://schemas.microsoft.com/office/drawing/2014/main" id="{85F99BDA-3777-47D6-A33D-AD08EFBA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‫הוספת אירוע למכשיר והרשמה ליומן אישי הן פעולות שונות. בדקו את תוצאת הפעולה במכשיר.‬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C5B20-3804-46CF-B021-E3E38AB4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386">
            <a:extLst xmlns:a="http://schemas.openxmlformats.org/drawingml/2006/main">
              <a:ext uri="{FF2B5EF4-FFF2-40B4-BE49-F238E27FC236}">
                <a16:creationId xmlns:a16="http://schemas.microsoft.com/office/drawing/2014/main" id="{CE5CC8AC-631B-4B16-9FE1-C29CAED4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35</a:t>
            </a:r>
          </a:p>
        </p:txBody>
      </p:sp>
      <p:sp>
        <p:nvSpPr>
          <p:cNvPr id="11" name="native-text-387">
            <a:extLst xmlns:a="http://schemas.openxmlformats.org/drawingml/2006/main">
              <a:ext uri="{FF2B5EF4-FFF2-40B4-BE49-F238E27FC236}">
                <a16:creationId xmlns:a16="http://schemas.microsoft.com/office/drawing/2014/main" id="{BF01169D-D306-48DE-B230-90C5F1EC23DB}"/>
              </a:ext>
            </a:extLst>
            <a:hlinkClick xmlns:r="http://schemas.openxmlformats.org/officeDocument/2006/relationships" xmlns:a="http://schemas.openxmlformats.org/drawingml/2006/main" r:id="R5b956729e72046e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7429577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388">
            <a:extLst xmlns:a="http://schemas.openxmlformats.org/drawingml/2006/main">
              <a:ext uri="{FF2B5EF4-FFF2-40B4-BE49-F238E27FC236}">
                <a16:creationId xmlns:a16="http://schemas.microsoft.com/office/drawing/2014/main" id="{CB1E7CD4-E32C-4AA5-9C5A-459F09E8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‫הרשאות והגדרות המשרד‬</a:t>
            </a:r>
          </a:p>
        </p:txBody>
      </p:sp>
      <p:sp>
        <p:nvSpPr>
          <p:cNvPr id="2" name="native-text-389">
            <a:extLst xmlns:a="http://schemas.openxmlformats.org/drawingml/2006/main">
              <a:ext uri="{FF2B5EF4-FFF2-40B4-BE49-F238E27FC236}">
                <a16:creationId xmlns:a16="http://schemas.microsoft.com/office/drawing/2014/main" id="{641B7470-FF76-4B41-9FDE-47C645F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‫היקף היומן‬</a:t>
            </a:r>
          </a:p>
        </p:txBody>
      </p:sp>
      <p:sp>
        <p:nvSpPr>
          <p:cNvPr id="3" name="native-text-390">
            <a:extLst xmlns:a="http://schemas.openxmlformats.org/drawingml/2006/main">
              <a:ext uri="{FF2B5EF4-FFF2-40B4-BE49-F238E27FC236}">
                <a16:creationId xmlns:a16="http://schemas.microsoft.com/office/drawing/2014/main" id="{FD2FC71A-4124-4FA7-9AC9-0182BC30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63757"/>
            <a:ext cx="9620250" cy="43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‫כפתורי היומן המשרדי, בחירת עובד ופעולות עריכה מופיעים לפי ההרשאה של החשבון.‬</a:t>
            </a:r>
          </a:p>
        </p:txBody>
      </p:sp>
      <p:sp>
        <p:nvSpPr>
          <p:cNvPr id="4" name="native-text-391">
            <a:extLst xmlns:a="http://schemas.openxmlformats.org/drawingml/2006/main">
              <a:ext uri="{FF2B5EF4-FFF2-40B4-BE49-F238E27FC236}">
                <a16:creationId xmlns:a16="http://schemas.microsoft.com/office/drawing/2014/main" id="{4A163CDC-2BB7-4347-9B03-01DDC96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2325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‫תזכורות ושירותים‬</a:t>
            </a:r>
          </a:p>
        </p:txBody>
      </p:sp>
      <p:sp>
        <p:nvSpPr>
          <p:cNvPr id="5" name="native-text-392">
            <a:extLst xmlns:a="http://schemas.openxmlformats.org/drawingml/2006/main">
              <a:ext uri="{FF2B5EF4-FFF2-40B4-BE49-F238E27FC236}">
                <a16:creationId xmlns:a16="http://schemas.microsoft.com/office/drawing/2014/main" id="{A6A1A15C-8212-484C-BBB1-B0E75F8F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7332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‫המשרד קובע אילו מועדי תזכורת, ערוצים ושירותי סנכרון זמינים. לכן המסך עשוי להיות שונה מעט בין משרדים.‬</a:t>
            </a:r>
          </a:p>
        </p:txBody>
      </p:sp>
      <p:sp>
        <p:nvSpPr>
          <p:cNvPr id="6" name="native-text-393">
            <a:extLst xmlns:a="http://schemas.openxmlformats.org/drawingml/2006/main">
              <a:ext uri="{FF2B5EF4-FFF2-40B4-BE49-F238E27FC236}">
                <a16:creationId xmlns:a16="http://schemas.microsoft.com/office/drawing/2014/main" id="{ACBC543E-B4EE-4E19-8177-410D569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23944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‫תצוגה מול עריכה‬</a:t>
            </a:r>
          </a:p>
        </p:txBody>
      </p:sp>
      <p:sp>
        <p:nvSpPr>
          <p:cNvPr id="7" name="native-text-394">
            <a:extLst xmlns:a="http://schemas.openxmlformats.org/drawingml/2006/main">
              <a:ext uri="{FF2B5EF4-FFF2-40B4-BE49-F238E27FC236}">
                <a16:creationId xmlns:a16="http://schemas.microsoft.com/office/drawing/2014/main" id="{6D7A4DE7-1958-42DB-A7FC-08A07C61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8951"/>
            <a:ext cx="9620250" cy="43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‫ראיית אירוע אינה מבטיחה הרשאה לשנות אותו. משתמשים בפעולות שהמסך מאפשר.‬</a:t>
            </a:r>
          </a:p>
        </p:txBody>
      </p:sp>
      <p:sp>
        <p:nvSpPr>
          <p:cNvPr id="8" name="native-text-395">
            <a:extLst xmlns:a="http://schemas.openxmlformats.org/drawingml/2006/main">
              <a:ext uri="{FF2B5EF4-FFF2-40B4-BE49-F238E27FC236}">
                <a16:creationId xmlns:a16="http://schemas.microsoft.com/office/drawing/2014/main" id="{6AC96489-1777-4498-ACCE-7E675CF6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‫אם פעולה חסרה, בדקו את ההרשאות והגדרות המשרד לפני יצירת אירוע נוסף.‬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09F55-8208-42BF-969E-694EBAFF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396">
            <a:extLst xmlns:a="http://schemas.openxmlformats.org/drawingml/2006/main">
              <a:ext uri="{FF2B5EF4-FFF2-40B4-BE49-F238E27FC236}">
                <a16:creationId xmlns:a16="http://schemas.microsoft.com/office/drawing/2014/main" id="{22AD7F61-369A-4633-BD8E-3B004658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36</a:t>
            </a:r>
          </a:p>
        </p:txBody>
      </p:sp>
      <p:sp>
        <p:nvSpPr>
          <p:cNvPr id="11" name="native-text-397">
            <a:extLst xmlns:a="http://schemas.openxmlformats.org/drawingml/2006/main">
              <a:ext uri="{FF2B5EF4-FFF2-40B4-BE49-F238E27FC236}">
                <a16:creationId xmlns:a16="http://schemas.microsoft.com/office/drawing/2014/main" id="{3A9445D2-3840-488B-A7BD-B54F9FBA7275}"/>
              </a:ext>
            </a:extLst>
            <a:hlinkClick xmlns:r="http://schemas.openxmlformats.org/officeDocument/2006/relationships" xmlns:a="http://schemas.openxmlformats.org/drawingml/2006/main" r:id="R24276a7e581f405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8191301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398">
            <a:extLst xmlns:a="http://schemas.openxmlformats.org/drawingml/2006/main">
              <a:ext uri="{FF2B5EF4-FFF2-40B4-BE49-F238E27FC236}">
                <a16:creationId xmlns:a16="http://schemas.microsoft.com/office/drawing/2014/main" id="{79E9BE05-050E-4F32-A2CD-55C84B90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כפתורים במסך היומן‬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CF35F-1B7E-4168-B7C3-BC8859234A0D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קורה בלחיצה‬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‫הכפתור‬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‫משנה את היקף האירועים לפי ההרשאה‬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‫היומן שלי / יומן המשרד‬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‫משנה את אופן ההצגה‬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‫יום / שבוע / חודש‬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‫עובר לתקופה אחרת או חוזר לתאריך הנוכחי‬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‫חצים / היום‬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‫פותח מסננים; ניקוי מסיר את בחירת המסננים‬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‫סינון מתקדם / נקה סינון‬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‫טוען שוב מידע עדכני‬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‫רענון היומן / ניסיון נוסף‬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‫פותח טופס ליצירת אירוע‬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‫פלוס‬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399">
            <a:extLst xmlns:a="http://schemas.openxmlformats.org/drawingml/2006/main">
              <a:ext uri="{FF2B5EF4-FFF2-40B4-BE49-F238E27FC236}">
                <a16:creationId xmlns:a16="http://schemas.microsoft.com/office/drawing/2014/main" id="{C2FCC0C6-8F8B-40C0-875A-321B8E0E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‫לחיצה על כרטיס אירוע פותחת אותו; לחיצה על יום בחודש בוחרת את רשימת היום.‬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2E802-FF5C-4D48-AB77-739FFEDC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00">
            <a:extLst xmlns:a="http://schemas.openxmlformats.org/drawingml/2006/main">
              <a:ext uri="{FF2B5EF4-FFF2-40B4-BE49-F238E27FC236}">
                <a16:creationId xmlns:a16="http://schemas.microsoft.com/office/drawing/2014/main" id="{AAE1FF51-D5FA-4A31-899F-49CFFBA8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37</a:t>
            </a:r>
          </a:p>
        </p:txBody>
      </p:sp>
      <p:sp>
        <p:nvSpPr>
          <p:cNvPr id="6" name="native-text-401">
            <a:extLst xmlns:a="http://schemas.openxmlformats.org/drawingml/2006/main">
              <a:ext uri="{FF2B5EF4-FFF2-40B4-BE49-F238E27FC236}">
                <a16:creationId xmlns:a16="http://schemas.microsoft.com/office/drawing/2014/main" id="{9B25FA1B-2FE8-499C-8C1E-5C0F8E9E510B}"/>
              </a:ext>
            </a:extLst>
            <a:hlinkClick xmlns:r="http://schemas.openxmlformats.org/officeDocument/2006/relationships" xmlns:a="http://schemas.openxmlformats.org/drawingml/2006/main" r:id="R4c2691ceb3634ae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334401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02">
            <a:extLst xmlns:a="http://schemas.openxmlformats.org/drawingml/2006/main">
              <a:ext uri="{FF2B5EF4-FFF2-40B4-BE49-F238E27FC236}">
                <a16:creationId xmlns:a16="http://schemas.microsoft.com/office/drawing/2014/main" id="{3B858A74-270A-470C-8C17-DD56F20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פעולות בטופס האירוע‬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A55D3-5E65-445F-89A9-DA749C73EAB1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4076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קורה בלחיצה‬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‫הכפתור‬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‫שומר את פרטי האירוע והשינויים שהזנתם‬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‫שמור‬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‫סוגר את הטופס בלי לשמור שינויים‬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‫ביטול / סגירה‬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‫פותח טופס חדש עם עותק של הפרטים‬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‫שכפל אירוע‬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‫מסמן ביטול ומפסיק תזכורות לאחר אישור‬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‫פגישה בוטלה‬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‫מוחק את האירוע לאחר אישור‬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‫מחק אירוע‬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‫מוסיף או מסיר אדם מהרשימה בטופס‬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‫הוסף לקוח / הוסף לקוח פוטנציאלי / סימן הסרה‬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03">
            <a:extLst xmlns:a="http://schemas.openxmlformats.org/drawingml/2006/main">
              <a:ext uri="{FF2B5EF4-FFF2-40B4-BE49-F238E27FC236}">
                <a16:creationId xmlns:a16="http://schemas.microsoft.com/office/drawing/2014/main" id="{A6CA68D3-C709-4C6B-B024-46BAEB0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‫פעולות תיק, המרת לקוח פוטנציאלי ואישורי הגעה מופיעות לפי נתוני האירוע והרשאות החשבון.‬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8CCDB-9CAD-4954-B481-B6115EE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04">
            <a:extLst xmlns:a="http://schemas.openxmlformats.org/drawingml/2006/main">
              <a:ext uri="{FF2B5EF4-FFF2-40B4-BE49-F238E27FC236}">
                <a16:creationId xmlns:a16="http://schemas.microsoft.com/office/drawing/2014/main" id="{CDEA7EDE-E1E4-4938-B09F-38B3AC43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38</a:t>
            </a:r>
          </a:p>
        </p:txBody>
      </p:sp>
      <p:sp>
        <p:nvSpPr>
          <p:cNvPr id="6" name="native-text-405">
            <a:extLst xmlns:a="http://schemas.openxmlformats.org/drawingml/2006/main">
              <a:ext uri="{FF2B5EF4-FFF2-40B4-BE49-F238E27FC236}">
                <a16:creationId xmlns:a16="http://schemas.microsoft.com/office/drawing/2014/main" id="{3B7E790F-C2A0-493A-8084-48325B591C68}"/>
              </a:ext>
            </a:extLst>
            <a:hlinkClick xmlns:r="http://schemas.openxmlformats.org/officeDocument/2006/relationships" xmlns:a="http://schemas.openxmlformats.org/drawingml/2006/main" r:id="R1533e3f59f65499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5264125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06">
            <a:extLst xmlns:a="http://schemas.openxmlformats.org/drawingml/2006/main">
              <a:ext uri="{FF2B5EF4-FFF2-40B4-BE49-F238E27FC236}">
                <a16:creationId xmlns:a16="http://schemas.microsoft.com/office/drawing/2014/main" id="{AA6E3A66-039E-43B7-A476-18AD9996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עריכת הודעות וסנכרון‬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D1AE7-7CB1-47E2-B7EF-BD2DF4E3FFB3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קורה בלחיצה‬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‫הכפתור‬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‫פותח את שדה הנוסח או חוזר לתצוגה המקדימה‬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‫ערוך הודעה / סגור עריכה‬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‫מחליף את הנוסח בנוסח ברירת המחדל‬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‫שחזר ברירת מחדל‬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‫מוסיף משתנה במקום הסמן בנוסח‬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‫תווית שם הלקוח / תאריך / שעה‬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‫שומר את בחירת הסיכום האישי היומי‬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‫שמור הגדרות יומן יומי‬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‫מעתיק את הקישור או יוצר קישור אישי חדש‬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‫העתק / חדש קישור‬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‫מחבר, מייבא לפי הפעולה או מנתק שירות חיצוני‬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‫חבר / סנכרן / נתק‬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07">
            <a:extLst xmlns:a="http://schemas.openxmlformats.org/drawingml/2006/main">
              <a:ext uri="{FF2B5EF4-FFF2-40B4-BE49-F238E27FC236}">
                <a16:creationId xmlns:a16="http://schemas.microsoft.com/office/drawing/2014/main" id="{B36AF37F-2248-486B-BC56-2E61554B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‫עריכת נוסח נשמרת ב״שמור״ של האירוע. הגדרות הסיכום היומי נשמרות בכפתור הייעודי שלהן.‬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75726-7D5A-4C12-857D-D137A8D3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08">
            <a:extLst xmlns:a="http://schemas.openxmlformats.org/drawingml/2006/main">
              <a:ext uri="{FF2B5EF4-FFF2-40B4-BE49-F238E27FC236}">
                <a16:creationId xmlns:a16="http://schemas.microsoft.com/office/drawing/2014/main" id="{0BEC3E66-B252-4DD7-A7FF-6DD9CF1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39</a:t>
            </a:r>
          </a:p>
        </p:txBody>
      </p:sp>
      <p:sp>
        <p:nvSpPr>
          <p:cNvPr id="6" name="native-text-409">
            <a:extLst xmlns:a="http://schemas.openxmlformats.org/drawingml/2006/main">
              <a:ext uri="{FF2B5EF4-FFF2-40B4-BE49-F238E27FC236}">
                <a16:creationId xmlns:a16="http://schemas.microsoft.com/office/drawing/2014/main" id="{215CBF3D-395A-4FE6-A84D-39ED9F4459DD}"/>
              </a:ext>
            </a:extLst>
            <a:hlinkClick xmlns:r="http://schemas.openxmlformats.org/officeDocument/2006/relationships" xmlns:a="http://schemas.openxmlformats.org/drawingml/2006/main" r:id="Rd1060d1ea6ae437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772902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10">
            <a:extLst xmlns:a="http://schemas.openxmlformats.org/drawingml/2006/main">
              <a:ext uri="{FF2B5EF4-FFF2-40B4-BE49-F238E27FC236}">
                <a16:creationId xmlns:a16="http://schemas.microsoft.com/office/drawing/2014/main" id="{139CCCE4-3C75-4F25-AF60-3C9F6A2B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משתנים: אנשים ופגישה‬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9F60C-89D4-4F38-A811-AAB6F8E8C97C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ייכנס להודעה‬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‫התווית‬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‫השם של הלקוח שמקבל את ההודעה‬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הלקוח‬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‫שמות הלקוחות המשויכים לפגישה‬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‫כל הלקוחות‬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המשרד לפי הגדרות המערכת‬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המשרד‬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‫כותרת האירוע שהוזנה בטופס‬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‫כותרת האירוע‬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עורך הדין לפי נתוני האירוע‬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‫שם עורך הדין‬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‫סוג הפגישה: פרונטלית, טלפונית או זום‬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‫סוג פגישה‬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11">
            <a:extLst xmlns:a="http://schemas.openxmlformats.org/drawingml/2006/main">
              <a:ext uri="{FF2B5EF4-FFF2-40B4-BE49-F238E27FC236}">
                <a16:creationId xmlns:a16="http://schemas.microsoft.com/office/drawing/2014/main" id="{874760E9-0BF5-44CD-94B8-B4EF0DCA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‫לוחצים על תווית במקום להקליד את הפרטים בכל הודעה מחדש. בתצוגה המקדימה בודקים את הנתון שנכנס בפועל.‬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5F4B0-0165-4430-9FED-17EC9E8C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12">
            <a:extLst xmlns:a="http://schemas.openxmlformats.org/drawingml/2006/main">
              <a:ext uri="{FF2B5EF4-FFF2-40B4-BE49-F238E27FC236}">
                <a16:creationId xmlns:a16="http://schemas.microsoft.com/office/drawing/2014/main" id="{AB7A94CA-730F-446B-A327-4A529D0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40</a:t>
            </a:r>
          </a:p>
        </p:txBody>
      </p:sp>
      <p:sp>
        <p:nvSpPr>
          <p:cNvPr id="6" name="native-text-413">
            <a:extLst xmlns:a="http://schemas.openxmlformats.org/drawingml/2006/main">
              <a:ext uri="{FF2B5EF4-FFF2-40B4-BE49-F238E27FC236}">
                <a16:creationId xmlns:a16="http://schemas.microsoft.com/office/drawing/2014/main" id="{83779E2F-C2AB-4C74-BF9B-48ACC57AADB5}"/>
              </a:ext>
            </a:extLst>
            <a:hlinkClick xmlns:r="http://schemas.openxmlformats.org/officeDocument/2006/relationships" xmlns:a="http://schemas.openxmlformats.org/drawingml/2006/main" r:id="Re3af5216f12b4bc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1062585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14">
            <a:extLst xmlns:a="http://schemas.openxmlformats.org/drawingml/2006/main">
              <a:ext uri="{FF2B5EF4-FFF2-40B4-BE49-F238E27FC236}">
                <a16:creationId xmlns:a16="http://schemas.microsoft.com/office/drawing/2014/main" id="{B723C683-4589-47C4-B7BA-A42F3287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‫מפתח משתנים: זמן וקישורים‬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BEFDA-8F58-43AF-8180-6B3E0FA35591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ייכנס להודעה‬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‫התווית‬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‫תאריך האירוע ושעת ההתחלה‬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‫תאריך / שעה‬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‫הכתובת או קישור הפגישה לפי סוג הפגישה‬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‫כתובת‬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‫טלפון המשרד לפי הגדרות המערכת‬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‫טלפון המשרד‬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‫קישורי ניווט כשיש מקום ונתוני קישור מתאימים‬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‫קישור וויז / קישור מפות‬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‫קישור ההזמנה לאישור או דחייה של ההגעה‬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‫קישור אישור הגעה‬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‫כתובת אתר המשרד לפי הגדרות המערכת‬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‫אתר המשרד‬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15">
            <a:extLst xmlns:a="http://schemas.openxmlformats.org/drawingml/2006/main">
              <a:ext uri="{FF2B5EF4-FFF2-40B4-BE49-F238E27FC236}">
                <a16:creationId xmlns:a16="http://schemas.microsoft.com/office/drawing/2014/main" id="{E6CF904F-8F7C-4131-960A-0A44796B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‫משתנים וקישורים שאינם מתאימים לסוג ההודעה לא מוצגים בכל עורך. למשל, קישור אישור הגעה אינו משתנה של נוסח התזכורת.‬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3A615-4C18-4CA6-BF7B-7A713622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16">
            <a:extLst xmlns:a="http://schemas.openxmlformats.org/drawingml/2006/main">
              <a:ext uri="{FF2B5EF4-FFF2-40B4-BE49-F238E27FC236}">
                <a16:creationId xmlns:a16="http://schemas.microsoft.com/office/drawing/2014/main" id="{E010E38D-DF9F-4C7C-AAE2-2D9322EC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41</a:t>
            </a:r>
          </a:p>
        </p:txBody>
      </p:sp>
      <p:sp>
        <p:nvSpPr>
          <p:cNvPr id="6" name="native-text-417">
            <a:extLst xmlns:a="http://schemas.openxmlformats.org/drawingml/2006/main">
              <a:ext uri="{FF2B5EF4-FFF2-40B4-BE49-F238E27FC236}">
                <a16:creationId xmlns:a16="http://schemas.microsoft.com/office/drawing/2014/main" id="{64E4CAD0-8D38-4771-B850-2FF9C1DAF908}"/>
              </a:ext>
            </a:extLst>
            <a:hlinkClick xmlns:r="http://schemas.openxmlformats.org/officeDocument/2006/relationships" xmlns:a="http://schemas.openxmlformats.org/drawingml/2006/main" r:id="Rb7d5e9fe5a9f4c4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57143726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ve-text-418">
            <a:extLst xmlns:a="http://schemas.openxmlformats.org/drawingml/2006/main">
              <a:ext uri="{FF2B5EF4-FFF2-40B4-BE49-F238E27FC236}">
                <a16:creationId xmlns:a16="http://schemas.microsoft.com/office/drawing/2014/main" id="{45C193F1-EEF2-4FB3-A69B-AC4F04F7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‫אם משהו לא עובד‬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12F76-CE09-4B8A-871B-199E6BDF4756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בודקים או עושים‬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 lang="he-I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‫מה רואים‬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T w="9525">
                      <a:solidFill>
                        <a:srgbClr val="DCE5EF"/>
                      </a:solidFill>
                      <a:prstDash val="solid"/>
                    </a:lnT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2A4365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‫תאריך, היקף, חיפוש ומסננים פעילים‬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‫אירוע חסר ברשימה‬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‫ממתינים לתוצאה ומשתמשים בניסיון נוסף; אירועים קיימים נשארים מוצגים‬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‫שגיאת רענון‬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62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‫קוראים את הודעת השגיאה, מתקנים נתונים ובודקים לפני ניסיון שמירה נוסף‬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‫השמירה נכשלה‬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‫הרשאה והגדרות משרד, או שינוי שהתרחש מאז פתיחת הטופס‬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‫פעולה חסרה או נדחתה‬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62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‫נמענים, פרטי קשר, ערוצים, מועדים וחלון שקט; תצוגה מקדימה אינה הוכחת מסירה‬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F"/>
                      </a:solidFill>
                      <a:prstDash val="solid"/>
                    </a:lnL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 lang="he-IL">
                          <a:solidFill>
                            <a:srgbClr val="2D3748"/>
                          </a:solidFill>
                          <a:latin typeface="Arial"/>
                          <a:ea typeface="Arial"/>
                          <a:cs typeface="Arial"/>
                        </a:rPr>
                        <a:t>‫הודעה לא התקבלה‬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F"/>
                      </a:solidFill>
                      <a:prstDash val="solid"/>
                    </a:lnR>
                    <a:lnB w="9525">
                      <a:solidFill>
                        <a:srgbClr val="DCE5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native-text-419">
            <a:extLst xmlns:a="http://schemas.openxmlformats.org/drawingml/2006/main">
              <a:ext uri="{FF2B5EF4-FFF2-40B4-BE49-F238E27FC236}">
                <a16:creationId xmlns:a16="http://schemas.microsoft.com/office/drawing/2014/main" id="{0107355A-4D6A-4572-8C9F-98464299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‫כשפונים לתמיכה, מצרפים את שם האירוע, התאריך והפעולה שניסיתם לבצע.‬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913A0-34D5-4652-BC4D-5774963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native-text-420">
            <a:extLst xmlns:a="http://schemas.openxmlformats.org/drawingml/2006/main">
              <a:ext uri="{FF2B5EF4-FFF2-40B4-BE49-F238E27FC236}">
                <a16:creationId xmlns:a16="http://schemas.microsoft.com/office/drawing/2014/main" id="{1D7C6962-A722-48C8-B7EE-05539AA3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42</a:t>
            </a:r>
          </a:p>
        </p:txBody>
      </p:sp>
      <p:sp>
        <p:nvSpPr>
          <p:cNvPr id="6" name="native-text-421">
            <a:extLst xmlns:a="http://schemas.openxmlformats.org/drawingml/2006/main">
              <a:ext uri="{FF2B5EF4-FFF2-40B4-BE49-F238E27FC236}">
                <a16:creationId xmlns:a16="http://schemas.microsoft.com/office/drawing/2014/main" id="{63E37524-77E3-40C1-A57C-889D3AF8DD70}"/>
              </a:ext>
            </a:extLst>
            <a:hlinkClick xmlns:r="http://schemas.openxmlformats.org/officeDocument/2006/relationships" xmlns:a="http://schemas.openxmlformats.org/drawingml/2006/main" r:id="R5dc2ae641fd6431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59995430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422">
            <a:extLst xmlns:a="http://schemas.openxmlformats.org/drawingml/2006/main">
              <a:ext uri="{FF2B5EF4-FFF2-40B4-BE49-F238E27FC236}">
                <a16:creationId xmlns:a16="http://schemas.microsoft.com/office/drawing/2014/main" id="{F5E66E5F-872D-4D17-B005-50D531F7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‫כשאין אישור מסירה להודעה‬</a:t>
            </a:r>
          </a:p>
        </p:txBody>
      </p:sp>
      <p:sp>
        <p:nvSpPr>
          <p:cNvPr id="2" name="native-text-423">
            <a:extLst xmlns:a="http://schemas.openxmlformats.org/drawingml/2006/main">
              <a:ext uri="{FF2B5EF4-FFF2-40B4-BE49-F238E27FC236}">
                <a16:creationId xmlns:a16="http://schemas.microsoft.com/office/drawing/2014/main" id="{B1843DF2-68CB-4A14-8A1E-BAD0F6BE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‫קודם בודקים‬</a:t>
            </a:r>
          </a:p>
        </p:txBody>
      </p:sp>
      <p:sp>
        <p:nvSpPr>
          <p:cNvPr id="3" name="native-text-424">
            <a:extLst xmlns:a="http://schemas.openxmlformats.org/drawingml/2006/main">
              <a:ext uri="{FF2B5EF4-FFF2-40B4-BE49-F238E27FC236}">
                <a16:creationId xmlns:a16="http://schemas.microsoft.com/office/drawing/2014/main" id="{4B335DCE-7B55-4074-89E5-89055F6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610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‫תצוגה מקדימה מראה את הנוסח. היא אינה מעידה שההודעה נמסרה. קוראים את הודעת התוצאה שמופיעה.‬</a:t>
            </a:r>
          </a:p>
        </p:txBody>
      </p:sp>
      <p:sp>
        <p:nvSpPr>
          <p:cNvPr id="4" name="native-text-425">
            <a:extLst xmlns:a="http://schemas.openxmlformats.org/drawingml/2006/main">
              <a:ext uri="{FF2B5EF4-FFF2-40B4-BE49-F238E27FC236}">
                <a16:creationId xmlns:a16="http://schemas.microsoft.com/office/drawing/2014/main" id="{9304D011-F5F7-4B00-A61A-F34A2014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3213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‫אין שליחה חוזרת אוטומטית‬</a:t>
            </a:r>
          </a:p>
        </p:txBody>
      </p:sp>
      <p:sp>
        <p:nvSpPr>
          <p:cNvPr id="5" name="native-text-426">
            <a:extLst xmlns:a="http://schemas.openxmlformats.org/drawingml/2006/main">
              <a:ext uri="{FF2B5EF4-FFF2-40B4-BE49-F238E27FC236}">
                <a16:creationId xmlns:a16="http://schemas.microsoft.com/office/drawing/2014/main" id="{2999910C-4E69-44BA-A702-1201EBFB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43072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‫כשלא ניתן לאמת מסירה של הסיכום היומי, המערכת אינה שולחת אותו שוב אוטומטית כדי למנוע כפילות.‬</a:t>
            </a:r>
          </a:p>
        </p:txBody>
      </p:sp>
      <p:sp>
        <p:nvSpPr>
          <p:cNvPr id="6" name="native-text-427">
            <a:extLst xmlns:a="http://schemas.openxmlformats.org/drawingml/2006/main">
              <a:ext uri="{FF2B5EF4-FFF2-40B4-BE49-F238E27FC236}">
                <a16:creationId xmlns:a16="http://schemas.microsoft.com/office/drawing/2014/main" id="{48B40F2C-8789-4F8C-BD6A-84FB26C9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‫בירור לפני שליחה נוספת‬</a:t>
            </a:r>
          </a:p>
        </p:txBody>
      </p:sp>
      <p:sp>
        <p:nvSpPr>
          <p:cNvPr id="7" name="native-text-428">
            <a:extLst xmlns:a="http://schemas.openxmlformats.org/drawingml/2006/main">
              <a:ext uri="{FF2B5EF4-FFF2-40B4-BE49-F238E27FC236}">
                <a16:creationId xmlns:a16="http://schemas.microsoft.com/office/drawing/2014/main" id="{2CE05135-A511-4B38-B515-B87DD35B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57535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‫בודקים את הנמען, פרטי הקשר וערוץ השליחה. אם עדיין אין תשובה ברורה, פונים לתמיכה לפני ניסיון נוסף.‬</a:t>
            </a:r>
          </a:p>
        </p:txBody>
      </p:sp>
      <p:sp>
        <p:nvSpPr>
          <p:cNvPr id="8" name="native-text-429">
            <a:extLst xmlns:a="http://schemas.openxmlformats.org/drawingml/2006/main">
              <a:ext uri="{FF2B5EF4-FFF2-40B4-BE49-F238E27FC236}">
                <a16:creationId xmlns:a16="http://schemas.microsoft.com/office/drawing/2014/main" id="{25F9D9D5-0063-48C6-82A8-32477BC3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‫אל תיצרו פגישה נוספת רק כדי לנסות לשלוח שוב את אותה הודעה.‬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2B752-95CE-4ED3-8814-201FD0DF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430">
            <a:extLst xmlns:a="http://schemas.openxmlformats.org/drawingml/2006/main">
              <a:ext uri="{FF2B5EF4-FFF2-40B4-BE49-F238E27FC236}">
                <a16:creationId xmlns:a16="http://schemas.microsoft.com/office/drawing/2014/main" id="{E329A01A-F924-41C9-A7BF-CF59F0C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43</a:t>
            </a:r>
          </a:p>
        </p:txBody>
      </p:sp>
      <p:sp>
        <p:nvSpPr>
          <p:cNvPr id="11" name="native-text-431">
            <a:extLst xmlns:a="http://schemas.openxmlformats.org/drawingml/2006/main">
              <a:ext uri="{FF2B5EF4-FFF2-40B4-BE49-F238E27FC236}">
                <a16:creationId xmlns:a16="http://schemas.microsoft.com/office/drawing/2014/main" id="{0EE14935-912A-4424-9A98-525BFCF6B9B9}"/>
              </a:ext>
            </a:extLst>
            <a:hlinkClick xmlns:r="http://schemas.openxmlformats.org/officeDocument/2006/relationships" xmlns:a="http://schemas.openxmlformats.org/drawingml/2006/main" r:id="Ra1f165eee9d24be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20996226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432">
            <a:extLst xmlns:a="http://schemas.openxmlformats.org/drawingml/2006/main">
              <a:ext uri="{FF2B5EF4-FFF2-40B4-BE49-F238E27FC236}">
                <a16:creationId xmlns:a16="http://schemas.microsoft.com/office/drawing/2014/main" id="{685B9827-F367-4AFD-82F9-5642284F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‫דוגמה מלאה: פגישת שכירות‬</a:t>
            </a:r>
          </a:p>
        </p:txBody>
      </p:sp>
      <p:sp>
        <p:nvSpPr>
          <p:cNvPr id="2" name="native-text-433">
            <a:extLst xmlns:a="http://schemas.openxmlformats.org/drawingml/2006/main">
              <a:ext uri="{FF2B5EF4-FFF2-40B4-BE49-F238E27FC236}">
                <a16:creationId xmlns:a16="http://schemas.microsoft.com/office/drawing/2014/main" id="{F2D72466-B1DF-496C-84B1-B6115FA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‫הקמת הפגישה‬</a:t>
            </a:r>
          </a:p>
        </p:txBody>
      </p:sp>
      <p:sp>
        <p:nvSpPr>
          <p:cNvPr id="3" name="native-text-434">
            <a:extLst xmlns:a="http://schemas.openxmlformats.org/drawingml/2006/main">
              <a:ext uri="{FF2B5EF4-FFF2-40B4-BE49-F238E27FC236}">
                <a16:creationId xmlns:a16="http://schemas.microsoft.com/office/drawing/2014/main" id="{43BE7C19-472E-4403-AFEF-B8546766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610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‫לוחצים על הפלוס. כותבים ״פגישת שכירות - משפחת ישראלי״ ומגדירים ‪09:00‬ עד ‪09:45‬ ביום הרצוי.‬</a:t>
            </a:r>
          </a:p>
        </p:txBody>
      </p:sp>
      <p:sp>
        <p:nvSpPr>
          <p:cNvPr id="4" name="native-text-435">
            <a:extLst xmlns:a="http://schemas.openxmlformats.org/drawingml/2006/main">
              <a:ext uri="{FF2B5EF4-FFF2-40B4-BE49-F238E27FC236}">
                <a16:creationId xmlns:a16="http://schemas.microsoft.com/office/drawing/2014/main" id="{404CD674-35D2-41E6-B14B-63EA399A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3213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‫משתתפים ומקום‬</a:t>
            </a:r>
          </a:p>
        </p:txBody>
      </p:sp>
      <p:sp>
        <p:nvSpPr>
          <p:cNvPr id="5" name="native-text-436">
            <a:extLst xmlns:a="http://schemas.openxmlformats.org/drawingml/2006/main">
              <a:ext uri="{FF2B5EF4-FFF2-40B4-BE49-F238E27FC236}">
                <a16:creationId xmlns:a16="http://schemas.microsoft.com/office/drawing/2014/main" id="{4EE1A9BC-92B3-4A8A-8E3F-61EABAC5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43072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‫מוסיפים את דנה לוי ורות ברק ואת ישראל השוכר, מיכל המשכירה ואדם הערב. בוחרים פגישה פרונטלית וממלאים כתובת.‬</a:t>
            </a:r>
          </a:p>
        </p:txBody>
      </p:sp>
      <p:sp>
        <p:nvSpPr>
          <p:cNvPr id="6" name="native-text-437">
            <a:extLst xmlns:a="http://schemas.openxmlformats.org/drawingml/2006/main">
              <a:ext uri="{FF2B5EF4-FFF2-40B4-BE49-F238E27FC236}">
                <a16:creationId xmlns:a16="http://schemas.microsoft.com/office/drawing/2014/main" id="{9AB1FF68-A063-424A-82EC-FE24C357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9620250" cy="3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9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‫הודעות ושמירה‬</a:t>
            </a:r>
          </a:p>
        </p:txBody>
      </p:sp>
      <p:sp>
        <p:nvSpPr>
          <p:cNvPr id="7" name="native-text-438">
            <a:extLst xmlns:a="http://schemas.openxmlformats.org/drawingml/2006/main">
              <a:ext uri="{FF2B5EF4-FFF2-40B4-BE49-F238E27FC236}">
                <a16:creationId xmlns:a16="http://schemas.microsoft.com/office/drawing/2014/main" id="{88297BAB-34F1-49EF-97E5-97DA99B1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57535"/>
            <a:ext cx="9620250" cy="709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1950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‫בוחרים תזכורות ללקוחות ולמנהלים, בודקים ערוצים ונוסח הזמנה, קוראים את התצוגה המקדימה ולוחצים ״שמור״.‬</a:t>
            </a:r>
          </a:p>
        </p:txBody>
      </p:sp>
      <p:sp>
        <p:nvSpPr>
          <p:cNvPr id="8" name="native-text-439">
            <a:extLst xmlns:a="http://schemas.openxmlformats.org/drawingml/2006/main">
              <a:ext uri="{FF2B5EF4-FFF2-40B4-BE49-F238E27FC236}">
                <a16:creationId xmlns:a16="http://schemas.microsoft.com/office/drawing/2014/main" id="{DD06C6E6-2DFD-4AE6-A4F7-53FACC01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‫אחרי השמירה פותחים את האירוע ביומן ובודקים מועד, משתתפים וסטטוס אישורי הגעה.‬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1F97E-E0B3-4166-975A-DE66B2CE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440">
            <a:extLst xmlns:a="http://schemas.openxmlformats.org/drawingml/2006/main">
              <a:ext uri="{FF2B5EF4-FFF2-40B4-BE49-F238E27FC236}">
                <a16:creationId xmlns:a16="http://schemas.microsoft.com/office/drawing/2014/main" id="{1A40ECF4-61F3-42A2-B65A-F90301C4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44</a:t>
            </a:r>
          </a:p>
        </p:txBody>
      </p:sp>
      <p:sp>
        <p:nvSpPr>
          <p:cNvPr id="11" name="native-text-441">
            <a:extLst xmlns:a="http://schemas.openxmlformats.org/drawingml/2006/main">
              <a:ext uri="{FF2B5EF4-FFF2-40B4-BE49-F238E27FC236}">
                <a16:creationId xmlns:a16="http://schemas.microsoft.com/office/drawing/2014/main" id="{DE4CC0FE-F499-462F-9FA4-DF8B5E7677AF}"/>
              </a:ext>
            </a:extLst>
            <a:hlinkClick xmlns:r="http://schemas.openxmlformats.org/officeDocument/2006/relationships" xmlns:a="http://schemas.openxmlformats.org/drawingml/2006/main" r:id="R271bb1b068d3460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4606877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native-text-442">
            <a:extLst xmlns:a="http://schemas.openxmlformats.org/drawingml/2006/main">
              <a:ext uri="{FF2B5EF4-FFF2-40B4-BE49-F238E27FC236}">
                <a16:creationId xmlns:a16="http://schemas.microsoft.com/office/drawing/2014/main" id="{79189BD1-8E25-42CC-A06F-CA2DCF9F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3150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‫בדיקה קצרה לפני שמירה‬</a:t>
            </a:r>
          </a:p>
        </p:txBody>
      </p:sp>
      <p:sp>
        <p:nvSpPr>
          <p:cNvPr id="2" name="native-text-443">
            <a:extLst xmlns:a="http://schemas.openxmlformats.org/drawingml/2006/main">
              <a:ext uri="{FF2B5EF4-FFF2-40B4-BE49-F238E27FC236}">
                <a16:creationId xmlns:a16="http://schemas.microsoft.com/office/drawing/2014/main" id="{0783911C-EDBF-410E-925B-15AB873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‫מועד ואנשים‬</a:t>
            </a:r>
          </a:p>
        </p:txBody>
      </p:sp>
      <p:sp>
        <p:nvSpPr>
          <p:cNvPr id="3" name="native-text-444">
            <a:extLst xmlns:a="http://schemas.openxmlformats.org/drawingml/2006/main">
              <a:ext uri="{FF2B5EF4-FFF2-40B4-BE49-F238E27FC236}">
                <a16:creationId xmlns:a16="http://schemas.microsoft.com/office/drawing/2014/main" id="{0D2B068A-6A1F-4106-9B0E-99993A8A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63757"/>
            <a:ext cx="9620250" cy="433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‫התאריך והשעות נכונים. נבחרו כל המנהלים והלקוחות, ופרטי הקשר שלהם מתאימים.‬</a:t>
            </a:r>
          </a:p>
        </p:txBody>
      </p:sp>
      <p:sp>
        <p:nvSpPr>
          <p:cNvPr id="4" name="native-text-445">
            <a:extLst xmlns:a="http://schemas.openxmlformats.org/drawingml/2006/main">
              <a:ext uri="{FF2B5EF4-FFF2-40B4-BE49-F238E27FC236}">
                <a16:creationId xmlns:a16="http://schemas.microsoft.com/office/drawing/2014/main" id="{E7FC72F6-8CE7-423C-9101-58E597F7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2325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‫מקום והודעות‬</a:t>
            </a:r>
          </a:p>
        </p:txBody>
      </p:sp>
      <p:sp>
        <p:nvSpPr>
          <p:cNvPr id="5" name="native-text-446">
            <a:extLst xmlns:a="http://schemas.openxmlformats.org/drawingml/2006/main">
              <a:ext uri="{FF2B5EF4-FFF2-40B4-BE49-F238E27FC236}">
                <a16:creationId xmlns:a16="http://schemas.microsoft.com/office/drawing/2014/main" id="{A4D6E17D-499B-4145-8F98-C6224B46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7332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‫סוג הפגישה, המיקום או הקישור נכונים. בחרנו את מועדי התזכורת, הערוצים והנמענים הרצויים.‬</a:t>
            </a:r>
          </a:p>
        </p:txBody>
      </p:sp>
      <p:sp>
        <p:nvSpPr>
          <p:cNvPr id="6" name="native-text-447">
            <a:extLst xmlns:a="http://schemas.openxmlformats.org/drawingml/2006/main">
              <a:ext uri="{FF2B5EF4-FFF2-40B4-BE49-F238E27FC236}">
                <a16:creationId xmlns:a16="http://schemas.microsoft.com/office/drawing/2014/main" id="{91E2B9E3-1A72-47C8-A28E-957255F6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23944"/>
            <a:ext cx="9620250" cy="40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2175" b="1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‫סיום‬</a:t>
            </a:r>
          </a:p>
        </p:txBody>
      </p:sp>
      <p:sp>
        <p:nvSpPr>
          <p:cNvPr id="7" name="native-text-448">
            <a:extLst xmlns:a="http://schemas.openxmlformats.org/drawingml/2006/main">
              <a:ext uri="{FF2B5EF4-FFF2-40B4-BE49-F238E27FC236}">
                <a16:creationId xmlns:a16="http://schemas.microsoft.com/office/drawing/2014/main" id="{8BA9A76B-1B2C-425A-A6EE-1DF9341E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8951"/>
            <a:ext cx="9620250" cy="78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2D37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defRPr>
            </a:pPr>
            <a:r>
              <a:rPr sz="2175" b="0" lang="he-IL">
                <a:solidFill>
                  <a:srgbClr val="2D3748"/>
                </a:solidFill>
                <a:latin typeface="Arial"/>
                <a:ea typeface="Arial"/>
                <a:cs typeface="Arial"/>
              </a:rPr>
              <a:t>‫קראנו את ההודעה בתצוגה המקדימה. שומרים ומוודאים תוצאה מוצלחת לפני שסוגרים את הטופס.‬</a:t>
            </a:r>
          </a:p>
        </p:txBody>
      </p:sp>
      <p:sp>
        <p:nvSpPr>
          <p:cNvPr id="8" name="native-text-449">
            <a:extLst xmlns:a="http://schemas.openxmlformats.org/drawingml/2006/main">
              <a:ext uri="{FF2B5EF4-FFF2-40B4-BE49-F238E27FC236}">
                <a16:creationId xmlns:a16="http://schemas.microsoft.com/office/drawing/2014/main" id="{DC22713A-2E15-4C39-B2C2-03B5B603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800" b="0" lang="he-IL">
                <a:solidFill>
                  <a:srgbClr val="657489"/>
                </a:solidFill>
                <a:latin typeface="Arial"/>
                <a:ea typeface="Arial"/>
                <a:cs typeface="Arial"/>
              </a:rPr>
              <a:t>‫אפשר לחזור לתוכן העניינים בכל עת ולפתוח את הנושא הדרוש.‬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1738C-E5BB-422B-B795-6C264B10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0" name="native-text-450">
            <a:extLst xmlns:a="http://schemas.openxmlformats.org/drawingml/2006/main">
              <a:ext uri="{FF2B5EF4-FFF2-40B4-BE49-F238E27FC236}">
                <a16:creationId xmlns:a16="http://schemas.microsoft.com/office/drawing/2014/main" id="{7A88C192-B26E-45C2-86E6-3C7DCF55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0">
              <a:buNone/>
              <a:def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 lang="en-US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· 45</a:t>
            </a:r>
          </a:p>
        </p:txBody>
      </p:sp>
      <p:sp>
        <p:nvSpPr>
          <p:cNvPr id="11" name="native-text-451">
            <a:extLst xmlns:a="http://schemas.openxmlformats.org/drawingml/2006/main">
              <a:ext uri="{FF2B5EF4-FFF2-40B4-BE49-F238E27FC236}">
                <a16:creationId xmlns:a16="http://schemas.microsoft.com/office/drawing/2014/main" id="{F61DA030-BC64-4CE5-988C-EB1ABAB06129}"/>
              </a:ext>
            </a:extLst>
            <a:hlinkClick xmlns:r="http://schemas.openxmlformats.org/officeDocument/2006/relationships" xmlns:a="http://schemas.openxmlformats.org/drawingml/2006/main" r:id="Rc1b78fdc44e7460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9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2A43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defRPr>
            </a:pPr>
            <a:r>
              <a:rPr sz="1350" b="0" lang="he-IL">
                <a:solidFill>
                  <a:srgbClr val="2A4365"/>
                </a:solidFill>
                <a:latin typeface="Arial"/>
                <a:ea typeface="Arial"/>
                <a:cs typeface="Arial"/>
              </a:rPr>
              <a:t>‫תוכן העניינים‬</a:t>
            </a:r>
          </a:p>
        </p:txBody>
      </p:sp>
    </p:spTree>
    <p:extLst>
      <p:ext uri="{BB962C8B-B14F-4D97-AF65-F5344CB8AC3E}">
        <p14:creationId xmlns:p14="http://schemas.microsoft.com/office/powerpoint/2010/main" val="1543535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2026-10-12T01:47:46.9440000Z</dcterms:created>
  <dcterms:modified xsi:type="dcterms:W3CDTF">2026-10-12T01:47:46.9440000Z</dcterms:modified>
</coreProperties>
</file>